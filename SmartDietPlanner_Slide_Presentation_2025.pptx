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F04D20-327F-4706-8090-06E3F81A4906}" v="5" dt="2025-11-19T06:33:41.246"/>
    <p1510:client id="{E472F5DE-EE33-4C53-9572-90461F8F23D5}" v="47" dt="2025-11-19T05:18:27.0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1098" y="-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xzine Reid" userId="1642ccaeb1fb6a59" providerId="LiveId" clId="{173B0076-3915-4FBF-8538-7FE85F72C204}"/>
    <pc:docChg chg="undo custSel modSld modMainMaster">
      <pc:chgData name="maxzine Reid" userId="1642ccaeb1fb6a59" providerId="LiveId" clId="{173B0076-3915-4FBF-8538-7FE85F72C204}" dt="2025-11-19T19:05:40.179" v="542" actId="1076"/>
      <pc:docMkLst>
        <pc:docMk/>
      </pc:docMkLst>
      <pc:sldChg chg="addSp delSp modSp mod modTransition setBg setClrOvrMap delDesignElem">
        <pc:chgData name="maxzine Reid" userId="1642ccaeb1fb6a59" providerId="LiveId" clId="{173B0076-3915-4FBF-8538-7FE85F72C204}" dt="2025-11-19T06:22:14.466" v="521"/>
        <pc:sldMkLst>
          <pc:docMk/>
          <pc:sldMk cId="0" sldId="256"/>
        </pc:sldMkLst>
        <pc:spChg chg="mod">
          <ac:chgData name="maxzine Reid" userId="1642ccaeb1fb6a59" providerId="LiveId" clId="{173B0076-3915-4FBF-8538-7FE85F72C204}" dt="2025-11-19T05:19:35.846" v="512" actId="26606"/>
          <ac:spMkLst>
            <pc:docMk/>
            <pc:sldMk cId="0" sldId="256"/>
            <ac:spMk id="2" creationId="{00000000-0000-0000-0000-000000000000}"/>
          </ac:spMkLst>
        </pc:spChg>
        <pc:spChg chg="mod">
          <ac:chgData name="maxzine Reid" userId="1642ccaeb1fb6a59" providerId="LiveId" clId="{173B0076-3915-4FBF-8538-7FE85F72C204}" dt="2025-11-19T05:19:35.846" v="512" actId="26606"/>
          <ac:spMkLst>
            <pc:docMk/>
            <pc:sldMk cId="0" sldId="256"/>
            <ac:spMk id="3" creationId="{00000000-0000-0000-0000-000000000000}"/>
          </ac:spMkLst>
        </pc:spChg>
        <pc:spChg chg="add del">
          <ac:chgData name="maxzine Reid" userId="1642ccaeb1fb6a59" providerId="LiveId" clId="{173B0076-3915-4FBF-8538-7FE85F72C204}" dt="2025-11-19T05:19:35.846" v="512" actId="26606"/>
          <ac:spMkLst>
            <pc:docMk/>
            <pc:sldMk cId="0" sldId="256"/>
            <ac:spMk id="10" creationId="{C6A81905-F480-46A4-BC10-215D24EA1AE6}"/>
          </ac:spMkLst>
        </pc:spChg>
        <pc:spChg chg="add del">
          <ac:chgData name="maxzine Reid" userId="1642ccaeb1fb6a59" providerId="LiveId" clId="{173B0076-3915-4FBF-8538-7FE85F72C204}" dt="2025-11-19T05:19:35.846" v="512" actId="26606"/>
          <ac:spMkLst>
            <pc:docMk/>
            <pc:sldMk cId="0" sldId="256"/>
            <ac:spMk id="12" creationId="{36FD4D9D-3784-41E8-8405-A42B72F51331}"/>
          </ac:spMkLst>
        </pc:spChg>
        <pc:spChg chg="add del">
          <ac:chgData name="maxzine Reid" userId="1642ccaeb1fb6a59" providerId="LiveId" clId="{173B0076-3915-4FBF-8538-7FE85F72C204}" dt="2025-11-19T05:19:35.846" v="512" actId="26606"/>
          <ac:spMkLst>
            <pc:docMk/>
            <pc:sldMk cId="0" sldId="256"/>
            <ac:spMk id="14" creationId="{09811DF6-66E4-43D5-B564-3151796531ED}"/>
          </ac:spMkLst>
        </pc:spChg>
        <pc:spChg chg="add del">
          <ac:chgData name="maxzine Reid" userId="1642ccaeb1fb6a59" providerId="LiveId" clId="{173B0076-3915-4FBF-8538-7FE85F72C204}" dt="2025-11-19T05:19:35.846" v="512" actId="26606"/>
          <ac:spMkLst>
            <pc:docMk/>
            <pc:sldMk cId="0" sldId="256"/>
            <ac:spMk id="16" creationId="{60817A52-B891-4228-A61E-0C0A57632DDA}"/>
          </ac:spMkLst>
        </pc:spChg>
        <pc:picChg chg="add mod">
          <ac:chgData name="maxzine Reid" userId="1642ccaeb1fb6a59" providerId="LiveId" clId="{173B0076-3915-4FBF-8538-7FE85F72C204}" dt="2025-11-19T05:19:35.846" v="512" actId="26606"/>
          <ac:picMkLst>
            <pc:docMk/>
            <pc:sldMk cId="0" sldId="256"/>
            <ac:picMk id="7" creationId="{89E1C5AB-9CFD-6EB6-80CF-8065A711FBD4}"/>
          </ac:picMkLst>
        </pc:picChg>
      </pc:sldChg>
      <pc:sldChg chg="modSp modTransition">
        <pc:chgData name="maxzine Reid" userId="1642ccaeb1fb6a59" providerId="LiveId" clId="{173B0076-3915-4FBF-8538-7FE85F72C204}" dt="2025-11-19T06:22:14.466" v="521"/>
        <pc:sldMkLst>
          <pc:docMk/>
          <pc:sldMk cId="0" sldId="257"/>
        </pc:sldMkLst>
        <pc:spChg chg="mod">
          <ac:chgData name="maxzine Reid" userId="1642ccaeb1fb6a59" providerId="LiveId" clId="{173B0076-3915-4FBF-8538-7FE85F72C204}" dt="2025-11-19T05:18:27.027" v="509"/>
          <ac:spMkLst>
            <pc:docMk/>
            <pc:sldMk cId="0" sldId="257"/>
            <ac:spMk id="2" creationId="{00000000-0000-0000-0000-000000000000}"/>
          </ac:spMkLst>
        </pc:spChg>
      </pc:sldChg>
      <pc:sldChg chg="addSp delSp modSp mod modTransition setBg">
        <pc:chgData name="maxzine Reid" userId="1642ccaeb1fb6a59" providerId="LiveId" clId="{173B0076-3915-4FBF-8538-7FE85F72C204}" dt="2025-11-19T06:28:39.671" v="524" actId="2711"/>
        <pc:sldMkLst>
          <pc:docMk/>
          <pc:sldMk cId="0" sldId="258"/>
        </pc:sldMkLst>
        <pc:spChg chg="mod">
          <ac:chgData name="maxzine Reid" userId="1642ccaeb1fb6a59" providerId="LiveId" clId="{173B0076-3915-4FBF-8538-7FE85F72C204}" dt="2025-11-19T05:11:48.946" v="501" actId="26606"/>
          <ac:spMkLst>
            <pc:docMk/>
            <pc:sldMk cId="0" sldId="258"/>
            <ac:spMk id="2" creationId="{00000000-0000-0000-0000-000000000000}"/>
          </ac:spMkLst>
        </pc:spChg>
        <pc:spChg chg="del">
          <ac:chgData name="maxzine Reid" userId="1642ccaeb1fb6a59" providerId="LiveId" clId="{173B0076-3915-4FBF-8538-7FE85F72C204}" dt="2025-11-19T05:11:48.946" v="501" actId="26606"/>
          <ac:spMkLst>
            <pc:docMk/>
            <pc:sldMk cId="0" sldId="258"/>
            <ac:spMk id="3" creationId="{00000000-0000-0000-0000-000000000000}"/>
          </ac:spMkLst>
        </pc:spChg>
        <pc:graphicFrameChg chg="add mod">
          <ac:chgData name="maxzine Reid" userId="1642ccaeb1fb6a59" providerId="LiveId" clId="{173B0076-3915-4FBF-8538-7FE85F72C204}" dt="2025-11-19T06:28:39.671" v="524" actId="2711"/>
          <ac:graphicFrameMkLst>
            <pc:docMk/>
            <pc:sldMk cId="0" sldId="258"/>
            <ac:graphicFrameMk id="5" creationId="{A161F0AD-7B41-19B1-8A01-ACA5450D1C72}"/>
          </ac:graphicFrameMkLst>
        </pc:graphicFrameChg>
      </pc:sldChg>
      <pc:sldChg chg="addSp delSp modSp mod modTransition setBg setClrOvrMap">
        <pc:chgData name="maxzine Reid" userId="1642ccaeb1fb6a59" providerId="LiveId" clId="{173B0076-3915-4FBF-8538-7FE85F72C204}" dt="2025-11-19T06:22:14.466" v="521"/>
        <pc:sldMkLst>
          <pc:docMk/>
          <pc:sldMk cId="0" sldId="259"/>
        </pc:sldMkLst>
        <pc:spChg chg="mod">
          <ac:chgData name="maxzine Reid" userId="1642ccaeb1fb6a59" providerId="LiveId" clId="{173B0076-3915-4FBF-8538-7FE85F72C204}" dt="2025-11-19T05:12:45.572" v="502" actId="26606"/>
          <ac:spMkLst>
            <pc:docMk/>
            <pc:sldMk cId="0" sldId="259"/>
            <ac:spMk id="2" creationId="{00000000-0000-0000-0000-000000000000}"/>
          </ac:spMkLst>
        </pc:spChg>
        <pc:spChg chg="del">
          <ac:chgData name="maxzine Reid" userId="1642ccaeb1fb6a59" providerId="LiveId" clId="{173B0076-3915-4FBF-8538-7FE85F72C204}" dt="2025-11-19T04:40:09.450" v="473" actId="26606"/>
          <ac:spMkLst>
            <pc:docMk/>
            <pc:sldMk cId="0" sldId="259"/>
            <ac:spMk id="3" creationId="{00000000-0000-0000-0000-000000000000}"/>
          </ac:spMkLst>
        </pc:spChg>
        <pc:spChg chg="add del">
          <ac:chgData name="maxzine Reid" userId="1642ccaeb1fb6a59" providerId="LiveId" clId="{173B0076-3915-4FBF-8538-7FE85F72C204}" dt="2025-11-19T05:12:45.572" v="502" actId="26606"/>
          <ac:spMkLst>
            <pc:docMk/>
            <pc:sldMk cId="0" sldId="259"/>
            <ac:spMk id="10" creationId="{F747F1B4-B831-4277-8AB0-32767F7EB7BF}"/>
          </ac:spMkLst>
        </pc:spChg>
        <pc:spChg chg="add del">
          <ac:chgData name="maxzine Reid" userId="1642ccaeb1fb6a59" providerId="LiveId" clId="{173B0076-3915-4FBF-8538-7FE85F72C204}" dt="2025-11-19T05:12:45.572" v="502" actId="26606"/>
          <ac:spMkLst>
            <pc:docMk/>
            <pc:sldMk cId="0" sldId="259"/>
            <ac:spMk id="12" creationId="{D80CFA21-AB7C-4BEB-9BFF-05764FBBF3C6}"/>
          </ac:spMkLst>
        </pc:spChg>
        <pc:spChg chg="add del">
          <ac:chgData name="maxzine Reid" userId="1642ccaeb1fb6a59" providerId="LiveId" clId="{173B0076-3915-4FBF-8538-7FE85F72C204}" dt="2025-11-19T05:12:45.572" v="502" actId="26606"/>
          <ac:spMkLst>
            <pc:docMk/>
            <pc:sldMk cId="0" sldId="259"/>
            <ac:spMk id="14" creationId="{12F7E335-851A-4CAE-B09F-E657819D4600}"/>
          </ac:spMkLst>
        </pc:spChg>
        <pc:spChg chg="add del">
          <ac:chgData name="maxzine Reid" userId="1642ccaeb1fb6a59" providerId="LiveId" clId="{173B0076-3915-4FBF-8538-7FE85F72C204}" dt="2025-11-19T05:12:45.572" v="502" actId="26606"/>
          <ac:spMkLst>
            <pc:docMk/>
            <pc:sldMk cId="0" sldId="259"/>
            <ac:spMk id="16" creationId="{10B541F0-7F6E-402E-84D8-CF96EACA5FBC}"/>
          </ac:spMkLst>
        </pc:spChg>
        <pc:graphicFrameChg chg="add mod modGraphic">
          <ac:chgData name="maxzine Reid" userId="1642ccaeb1fb6a59" providerId="LiveId" clId="{173B0076-3915-4FBF-8538-7FE85F72C204}" dt="2025-11-19T05:12:45.572" v="502" actId="26606"/>
          <ac:graphicFrameMkLst>
            <pc:docMk/>
            <pc:sldMk cId="0" sldId="259"/>
            <ac:graphicFrameMk id="5" creationId="{8E245B30-C8D0-B32F-B6DD-824E07BFA70E}"/>
          </ac:graphicFrameMkLst>
        </pc:graphicFrameChg>
      </pc:sldChg>
      <pc:sldChg chg="addSp delSp modSp mod modTransition">
        <pc:chgData name="maxzine Reid" userId="1642ccaeb1fb6a59" providerId="LiveId" clId="{173B0076-3915-4FBF-8538-7FE85F72C204}" dt="2025-11-19T06:30:56.062" v="538" actId="1076"/>
        <pc:sldMkLst>
          <pc:docMk/>
          <pc:sldMk cId="0" sldId="260"/>
        </pc:sldMkLst>
        <pc:spChg chg="mod">
          <ac:chgData name="maxzine Reid" userId="1642ccaeb1fb6a59" providerId="LiveId" clId="{173B0076-3915-4FBF-8538-7FE85F72C204}" dt="2025-11-19T05:18:27.027" v="509"/>
          <ac:spMkLst>
            <pc:docMk/>
            <pc:sldMk cId="0" sldId="260"/>
            <ac:spMk id="2" creationId="{00000000-0000-0000-0000-000000000000}"/>
          </ac:spMkLst>
        </pc:spChg>
        <pc:spChg chg="del mod">
          <ac:chgData name="maxzine Reid" userId="1642ccaeb1fb6a59" providerId="LiveId" clId="{173B0076-3915-4FBF-8538-7FE85F72C204}" dt="2025-11-19T06:30:56.062" v="538" actId="1076"/>
          <ac:spMkLst>
            <pc:docMk/>
            <pc:sldMk cId="0" sldId="260"/>
            <ac:spMk id="3" creationId="{00000000-0000-0000-0000-000000000000}"/>
          </ac:spMkLst>
        </pc:spChg>
        <pc:spChg chg="mod">
          <ac:chgData name="maxzine Reid" userId="1642ccaeb1fb6a59" providerId="LiveId" clId="{173B0076-3915-4FBF-8538-7FE85F72C204}" dt="2025-11-19T06:30:18.895" v="533" actId="1076"/>
          <ac:spMkLst>
            <pc:docMk/>
            <pc:sldMk cId="0" sldId="260"/>
            <ac:spMk id="4" creationId="{00000000-0000-0000-0000-000000000000}"/>
          </ac:spMkLst>
        </pc:spChg>
        <pc:spChg chg="add mod">
          <ac:chgData name="maxzine Reid" userId="1642ccaeb1fb6a59" providerId="LiveId" clId="{173B0076-3915-4FBF-8538-7FE85F72C204}" dt="2025-11-19T05:04:51.212" v="484" actId="21"/>
          <ac:spMkLst>
            <pc:docMk/>
            <pc:sldMk cId="0" sldId="260"/>
            <ac:spMk id="4" creationId="{FF402752-6DBB-9D82-EAEC-D33D0D89C525}"/>
          </ac:spMkLst>
        </pc:spChg>
        <pc:spChg chg="mod">
          <ac:chgData name="maxzine Reid" userId="1642ccaeb1fb6a59" providerId="LiveId" clId="{173B0076-3915-4FBF-8538-7FE85F72C204}" dt="2025-11-19T06:30:23.559" v="534" actId="1076"/>
          <ac:spMkLst>
            <pc:docMk/>
            <pc:sldMk cId="0" sldId="260"/>
            <ac:spMk id="5" creationId="{00000000-0000-0000-0000-000000000000}"/>
          </ac:spMkLst>
        </pc:spChg>
        <pc:spChg chg="add mod">
          <ac:chgData name="maxzine Reid" userId="1642ccaeb1fb6a59" providerId="LiveId" clId="{173B0076-3915-4FBF-8538-7FE85F72C204}" dt="2025-11-19T05:03:48.236" v="480" actId="1076"/>
          <ac:spMkLst>
            <pc:docMk/>
            <pc:sldMk cId="0" sldId="260"/>
            <ac:spMk id="5" creationId="{029761A3-BD89-ED8E-1FBE-D224C173DB81}"/>
          </ac:spMkLst>
        </pc:spChg>
        <pc:spChg chg="mod">
          <ac:chgData name="maxzine Reid" userId="1642ccaeb1fb6a59" providerId="LiveId" clId="{173B0076-3915-4FBF-8538-7FE85F72C204}" dt="2025-11-19T06:30:27.218" v="535" actId="1076"/>
          <ac:spMkLst>
            <pc:docMk/>
            <pc:sldMk cId="0" sldId="260"/>
            <ac:spMk id="6" creationId="{00000000-0000-0000-0000-000000000000}"/>
          </ac:spMkLst>
        </pc:spChg>
        <pc:spChg chg="add mod">
          <ac:chgData name="maxzine Reid" userId="1642ccaeb1fb6a59" providerId="LiveId" clId="{173B0076-3915-4FBF-8538-7FE85F72C204}" dt="2025-11-19T05:04:44.572" v="483" actId="1076"/>
          <ac:spMkLst>
            <pc:docMk/>
            <pc:sldMk cId="0" sldId="260"/>
            <ac:spMk id="6" creationId="{8E8995B2-469D-7581-A037-6ADB86B8565A}"/>
          </ac:spMkLst>
        </pc:spChg>
        <pc:spChg chg="mod">
          <ac:chgData name="maxzine Reid" userId="1642ccaeb1fb6a59" providerId="LiveId" clId="{173B0076-3915-4FBF-8538-7FE85F72C204}" dt="2025-11-19T06:30:31.946" v="536" actId="1076"/>
          <ac:spMkLst>
            <pc:docMk/>
            <pc:sldMk cId="0" sldId="260"/>
            <ac:spMk id="7" creationId="{00000000-0000-0000-0000-000000000000}"/>
          </ac:spMkLst>
        </pc:spChg>
        <pc:spChg chg="add mod">
          <ac:chgData name="maxzine Reid" userId="1642ccaeb1fb6a59" providerId="LiveId" clId="{173B0076-3915-4FBF-8538-7FE85F72C204}" dt="2025-11-19T05:05:11.051" v="485" actId="1076"/>
          <ac:spMkLst>
            <pc:docMk/>
            <pc:sldMk cId="0" sldId="260"/>
            <ac:spMk id="7" creationId="{8D729076-DD21-9EE2-AECA-0D08FA37336E}"/>
          </ac:spMkLst>
        </pc:spChg>
        <pc:spChg chg="mod">
          <ac:chgData name="maxzine Reid" userId="1642ccaeb1fb6a59" providerId="LiveId" clId="{173B0076-3915-4FBF-8538-7FE85F72C204}" dt="2025-11-19T06:30:36.508" v="537" actId="1076"/>
          <ac:spMkLst>
            <pc:docMk/>
            <pc:sldMk cId="0" sldId="260"/>
            <ac:spMk id="8" creationId="{00000000-0000-0000-0000-000000000000}"/>
          </ac:spMkLst>
        </pc:spChg>
        <pc:spChg chg="add mod">
          <ac:chgData name="maxzine Reid" userId="1642ccaeb1fb6a59" providerId="LiveId" clId="{173B0076-3915-4FBF-8538-7FE85F72C204}" dt="2025-11-19T03:57:32.981" v="295" actId="1076"/>
          <ac:spMkLst>
            <pc:docMk/>
            <pc:sldMk cId="0" sldId="260"/>
            <ac:spMk id="8" creationId="{803C8DD0-E650-C9DA-5F34-7BE248EB0327}"/>
          </ac:spMkLst>
        </pc:spChg>
        <pc:graphicFrameChg chg="add mod modGraphic">
          <ac:chgData name="maxzine Reid" userId="1642ccaeb1fb6a59" providerId="LiveId" clId="{173B0076-3915-4FBF-8538-7FE85F72C204}" dt="2025-11-19T05:06:29.016" v="491" actId="14100"/>
          <ac:graphicFrameMkLst>
            <pc:docMk/>
            <pc:sldMk cId="0" sldId="260"/>
            <ac:graphicFrameMk id="17" creationId="{F13BE7C6-784D-E446-DFDA-836A5309AA37}"/>
          </ac:graphicFrameMkLst>
        </pc:graphicFrameChg>
        <pc:picChg chg="add del mod">
          <ac:chgData name="maxzine Reid" userId="1642ccaeb1fb6a59" providerId="LiveId" clId="{173B0076-3915-4FBF-8538-7FE85F72C204}" dt="2025-11-19T04:17:58.505" v="386" actId="21"/>
          <ac:picMkLst>
            <pc:docMk/>
            <pc:sldMk cId="0" sldId="260"/>
            <ac:picMk id="9" creationId="{6E46084E-4A0B-4B37-3C56-038856166E69}"/>
          </ac:picMkLst>
        </pc:picChg>
        <pc:picChg chg="add del mod">
          <ac:chgData name="maxzine Reid" userId="1642ccaeb1fb6a59" providerId="LiveId" clId="{173B0076-3915-4FBF-8538-7FE85F72C204}" dt="2025-11-19T04:18:03.547" v="387" actId="21"/>
          <ac:picMkLst>
            <pc:docMk/>
            <pc:sldMk cId="0" sldId="260"/>
            <ac:picMk id="10" creationId="{40CCB0AF-0B0B-71CF-AEFF-D3EBD2263666}"/>
          </ac:picMkLst>
        </pc:picChg>
        <pc:picChg chg="add del mod">
          <ac:chgData name="maxzine Reid" userId="1642ccaeb1fb6a59" providerId="LiveId" clId="{173B0076-3915-4FBF-8538-7FE85F72C204}" dt="2025-11-19T04:17:53.338" v="385" actId="21"/>
          <ac:picMkLst>
            <pc:docMk/>
            <pc:sldMk cId="0" sldId="260"/>
            <ac:picMk id="11" creationId="{C2CD770F-2ED2-EA51-E62E-74E007388AC3}"/>
          </ac:picMkLst>
        </pc:picChg>
        <pc:picChg chg="add mod">
          <ac:chgData name="maxzine Reid" userId="1642ccaeb1fb6a59" providerId="LiveId" clId="{173B0076-3915-4FBF-8538-7FE85F72C204}" dt="2025-11-19T05:06:12.931" v="488" actId="1076"/>
          <ac:picMkLst>
            <pc:docMk/>
            <pc:sldMk cId="0" sldId="260"/>
            <ac:picMk id="13" creationId="{08F936F2-EF8F-657F-8D07-AFB1E936437F}"/>
          </ac:picMkLst>
        </pc:picChg>
        <pc:picChg chg="add mod">
          <ac:chgData name="maxzine Reid" userId="1642ccaeb1fb6a59" providerId="LiveId" clId="{173B0076-3915-4FBF-8538-7FE85F72C204}" dt="2025-11-19T05:06:22.375" v="490" actId="1076"/>
          <ac:picMkLst>
            <pc:docMk/>
            <pc:sldMk cId="0" sldId="260"/>
            <ac:picMk id="14" creationId="{01ADA862-898E-8D52-9CF5-02427B0B73A1}"/>
          </ac:picMkLst>
        </pc:picChg>
        <pc:picChg chg="add mod">
          <ac:chgData name="maxzine Reid" userId="1642ccaeb1fb6a59" providerId="LiveId" clId="{173B0076-3915-4FBF-8538-7FE85F72C204}" dt="2025-11-19T05:06:17.406" v="489" actId="1076"/>
          <ac:picMkLst>
            <pc:docMk/>
            <pc:sldMk cId="0" sldId="260"/>
            <ac:picMk id="15" creationId="{4E2D2A32-277A-EEF9-2BF4-D21A719D9835}"/>
          </ac:picMkLst>
        </pc:picChg>
      </pc:sldChg>
      <pc:sldChg chg="addSp delSp modSp mod modTransition">
        <pc:chgData name="maxzine Reid" userId="1642ccaeb1fb6a59" providerId="LiveId" clId="{173B0076-3915-4FBF-8538-7FE85F72C204}" dt="2025-11-19T06:22:14.466" v="521"/>
        <pc:sldMkLst>
          <pc:docMk/>
          <pc:sldMk cId="0" sldId="261"/>
        </pc:sldMkLst>
        <pc:spChg chg="mod">
          <ac:chgData name="maxzine Reid" userId="1642ccaeb1fb6a59" providerId="LiveId" clId="{173B0076-3915-4FBF-8538-7FE85F72C204}" dt="2025-11-19T05:18:27.027" v="509"/>
          <ac:spMkLst>
            <pc:docMk/>
            <pc:sldMk cId="0" sldId="261"/>
            <ac:spMk id="2" creationId="{00000000-0000-0000-0000-000000000000}"/>
          </ac:spMkLst>
        </pc:spChg>
        <pc:spChg chg="del">
          <ac:chgData name="maxzine Reid" userId="1642ccaeb1fb6a59" providerId="LiveId" clId="{173B0076-3915-4FBF-8538-7FE85F72C204}" dt="2025-11-19T04:35:57.929" v="468" actId="26606"/>
          <ac:spMkLst>
            <pc:docMk/>
            <pc:sldMk cId="0" sldId="261"/>
            <ac:spMk id="3" creationId="{00000000-0000-0000-0000-000000000000}"/>
          </ac:spMkLst>
        </pc:spChg>
        <pc:spChg chg="mod">
          <ac:chgData name="maxzine Reid" userId="1642ccaeb1fb6a59" providerId="LiveId" clId="{173B0076-3915-4FBF-8538-7FE85F72C204}" dt="2025-11-19T03:40:45.463" v="221" actId="14100"/>
          <ac:spMkLst>
            <pc:docMk/>
            <pc:sldMk cId="0" sldId="261"/>
            <ac:spMk id="4" creationId="{00000000-0000-0000-0000-000000000000}"/>
          </ac:spMkLst>
        </pc:spChg>
        <pc:spChg chg="mod">
          <ac:chgData name="maxzine Reid" userId="1642ccaeb1fb6a59" providerId="LiveId" clId="{173B0076-3915-4FBF-8538-7FE85F72C204}" dt="2025-11-19T03:45:00.336" v="231" actId="1076"/>
          <ac:spMkLst>
            <pc:docMk/>
            <pc:sldMk cId="0" sldId="261"/>
            <ac:spMk id="5" creationId="{00000000-0000-0000-0000-000000000000}"/>
          </ac:spMkLst>
        </pc:spChg>
        <pc:spChg chg="mod">
          <ac:chgData name="maxzine Reid" userId="1642ccaeb1fb6a59" providerId="LiveId" clId="{173B0076-3915-4FBF-8538-7FE85F72C204}" dt="2025-11-19T03:41:09.239" v="225" actId="14100"/>
          <ac:spMkLst>
            <pc:docMk/>
            <pc:sldMk cId="0" sldId="261"/>
            <ac:spMk id="6" creationId="{00000000-0000-0000-0000-000000000000}"/>
          </ac:spMkLst>
        </pc:spChg>
        <pc:spChg chg="add mod">
          <ac:chgData name="maxzine Reid" userId="1642ccaeb1fb6a59" providerId="LiveId" clId="{173B0076-3915-4FBF-8538-7FE85F72C204}" dt="2025-11-19T03:52:36.701" v="268"/>
          <ac:spMkLst>
            <pc:docMk/>
            <pc:sldMk cId="0" sldId="261"/>
            <ac:spMk id="7" creationId="{3465A3A4-295F-7304-B821-6510DB21077D}"/>
          </ac:spMkLst>
        </pc:spChg>
        <pc:spChg chg="add mod">
          <ac:chgData name="maxzine Reid" userId="1642ccaeb1fb6a59" providerId="LiveId" clId="{173B0076-3915-4FBF-8538-7FE85F72C204}" dt="2025-11-19T03:53:51.677" v="281"/>
          <ac:spMkLst>
            <pc:docMk/>
            <pc:sldMk cId="0" sldId="261"/>
            <ac:spMk id="8" creationId="{DEC1BBDE-A3CB-4B23-9D3F-4EF8F4605872}"/>
          </ac:spMkLst>
        </pc:spChg>
        <pc:graphicFrameChg chg="add mod modGraphic">
          <ac:chgData name="maxzine Reid" userId="1642ccaeb1fb6a59" providerId="LiveId" clId="{173B0076-3915-4FBF-8538-7FE85F72C204}" dt="2025-11-19T05:18:27.027" v="509"/>
          <ac:graphicFrameMkLst>
            <pc:docMk/>
            <pc:sldMk cId="0" sldId="261"/>
            <ac:graphicFrameMk id="15" creationId="{84F13CC4-F6CE-3217-8842-F15E5B15F3C0}"/>
          </ac:graphicFrameMkLst>
        </pc:graphicFrameChg>
        <pc:picChg chg="add mod">
          <ac:chgData name="maxzine Reid" userId="1642ccaeb1fb6a59" providerId="LiveId" clId="{173B0076-3915-4FBF-8538-7FE85F72C204}" dt="2025-11-19T04:15:25.961" v="374" actId="1076"/>
          <ac:picMkLst>
            <pc:docMk/>
            <pc:sldMk cId="0" sldId="261"/>
            <ac:picMk id="10" creationId="{7DC7766D-9E74-9EC3-33CD-089D88F80A73}"/>
          </ac:picMkLst>
        </pc:picChg>
        <pc:picChg chg="add mod">
          <ac:chgData name="maxzine Reid" userId="1642ccaeb1fb6a59" providerId="LiveId" clId="{173B0076-3915-4FBF-8538-7FE85F72C204}" dt="2025-11-19T04:14:39.881" v="369" actId="1076"/>
          <ac:picMkLst>
            <pc:docMk/>
            <pc:sldMk cId="0" sldId="261"/>
            <ac:picMk id="11" creationId="{30E8CCF0-1F3A-9E09-6098-380E447A2CFE}"/>
          </ac:picMkLst>
        </pc:picChg>
        <pc:picChg chg="add mod">
          <ac:chgData name="maxzine Reid" userId="1642ccaeb1fb6a59" providerId="LiveId" clId="{173B0076-3915-4FBF-8538-7FE85F72C204}" dt="2025-11-19T04:15:39.545" v="376" actId="1076"/>
          <ac:picMkLst>
            <pc:docMk/>
            <pc:sldMk cId="0" sldId="261"/>
            <ac:picMk id="12" creationId="{09A85790-A171-0DA4-506B-4BA86A11C2B4}"/>
          </ac:picMkLst>
        </pc:picChg>
        <pc:picChg chg="add mod">
          <ac:chgData name="maxzine Reid" userId="1642ccaeb1fb6a59" providerId="LiveId" clId="{173B0076-3915-4FBF-8538-7FE85F72C204}" dt="2025-11-19T04:15:30.445" v="375" actId="1076"/>
          <ac:picMkLst>
            <pc:docMk/>
            <pc:sldMk cId="0" sldId="261"/>
            <ac:picMk id="13" creationId="{93EB4E47-1769-8D7D-9EEC-676A6D3485D6}"/>
          </ac:picMkLst>
        </pc:picChg>
      </pc:sldChg>
      <pc:sldChg chg="addSp delSp modSp mod modTransition">
        <pc:chgData name="maxzine Reid" userId="1642ccaeb1fb6a59" providerId="LiveId" clId="{173B0076-3915-4FBF-8538-7FE85F72C204}" dt="2025-11-19T06:22:14.466" v="521"/>
        <pc:sldMkLst>
          <pc:docMk/>
          <pc:sldMk cId="0" sldId="262"/>
        </pc:sldMkLst>
        <pc:spChg chg="mod">
          <ac:chgData name="maxzine Reid" userId="1642ccaeb1fb6a59" providerId="LiveId" clId="{173B0076-3915-4FBF-8538-7FE85F72C204}" dt="2025-11-19T05:18:27.027" v="509"/>
          <ac:spMkLst>
            <pc:docMk/>
            <pc:sldMk cId="0" sldId="262"/>
            <ac:spMk id="2" creationId="{00000000-0000-0000-0000-000000000000}"/>
          </ac:spMkLst>
        </pc:spChg>
        <pc:spChg chg="del">
          <ac:chgData name="maxzine Reid" userId="1642ccaeb1fb6a59" providerId="LiveId" clId="{173B0076-3915-4FBF-8538-7FE85F72C204}" dt="2025-11-19T04:39:32.727" v="472" actId="26606"/>
          <ac:spMkLst>
            <pc:docMk/>
            <pc:sldMk cId="0" sldId="262"/>
            <ac:spMk id="3" creationId="{00000000-0000-0000-0000-000000000000}"/>
          </ac:spMkLst>
        </pc:spChg>
        <pc:spChg chg="mod">
          <ac:chgData name="maxzine Reid" userId="1642ccaeb1fb6a59" providerId="LiveId" clId="{173B0076-3915-4FBF-8538-7FE85F72C204}" dt="2025-11-19T04:28:52.069" v="452" actId="14100"/>
          <ac:spMkLst>
            <pc:docMk/>
            <pc:sldMk cId="0" sldId="262"/>
            <ac:spMk id="4" creationId="{00000000-0000-0000-0000-000000000000}"/>
          </ac:spMkLst>
        </pc:spChg>
        <pc:spChg chg="mod">
          <ac:chgData name="maxzine Reid" userId="1642ccaeb1fb6a59" providerId="LiveId" clId="{173B0076-3915-4FBF-8538-7FE85F72C204}" dt="2025-11-19T04:27:41.522" v="451" actId="20577"/>
          <ac:spMkLst>
            <pc:docMk/>
            <pc:sldMk cId="0" sldId="262"/>
            <ac:spMk id="5" creationId="{00000000-0000-0000-0000-000000000000}"/>
          </ac:spMkLst>
        </pc:spChg>
        <pc:spChg chg="mod">
          <ac:chgData name="maxzine Reid" userId="1642ccaeb1fb6a59" providerId="LiveId" clId="{173B0076-3915-4FBF-8538-7FE85F72C204}" dt="2025-11-19T04:26:37.205" v="418" actId="14100"/>
          <ac:spMkLst>
            <pc:docMk/>
            <pc:sldMk cId="0" sldId="262"/>
            <ac:spMk id="6" creationId="{00000000-0000-0000-0000-000000000000}"/>
          </ac:spMkLst>
        </pc:spChg>
        <pc:graphicFrameChg chg="add mod modGraphic">
          <ac:chgData name="maxzine Reid" userId="1642ccaeb1fb6a59" providerId="LiveId" clId="{173B0076-3915-4FBF-8538-7FE85F72C204}" dt="2025-11-19T05:18:27.027" v="509"/>
          <ac:graphicFrameMkLst>
            <pc:docMk/>
            <pc:sldMk cId="0" sldId="262"/>
            <ac:graphicFrameMk id="11" creationId="{562F926B-87F7-83FC-2636-B4C2C4646540}"/>
          </ac:graphicFrameMkLst>
        </pc:graphicFrameChg>
        <pc:picChg chg="add mod">
          <ac:chgData name="maxzine Reid" userId="1642ccaeb1fb6a59" providerId="LiveId" clId="{173B0076-3915-4FBF-8538-7FE85F72C204}" dt="2025-11-19T04:33:03.437" v="461" actId="1076"/>
          <ac:picMkLst>
            <pc:docMk/>
            <pc:sldMk cId="0" sldId="262"/>
            <ac:picMk id="8" creationId="{B2B11256-0C7F-7BFD-5A3D-F12FBED65577}"/>
          </ac:picMkLst>
        </pc:picChg>
        <pc:picChg chg="add mod">
          <ac:chgData name="maxzine Reid" userId="1642ccaeb1fb6a59" providerId="LiveId" clId="{173B0076-3915-4FBF-8538-7FE85F72C204}" dt="2025-11-19T04:33:14.397" v="462" actId="1076"/>
          <ac:picMkLst>
            <pc:docMk/>
            <pc:sldMk cId="0" sldId="262"/>
            <ac:picMk id="9" creationId="{457E02EC-A1C2-8097-1752-383B43D3F42A}"/>
          </ac:picMkLst>
        </pc:picChg>
      </pc:sldChg>
      <pc:sldChg chg="addSp delSp modSp mod modTransition setBg">
        <pc:chgData name="maxzine Reid" userId="1642ccaeb1fb6a59" providerId="LiveId" clId="{173B0076-3915-4FBF-8538-7FE85F72C204}" dt="2025-11-19T06:22:14.466" v="521"/>
        <pc:sldMkLst>
          <pc:docMk/>
          <pc:sldMk cId="0" sldId="263"/>
        </pc:sldMkLst>
        <pc:spChg chg="mod">
          <ac:chgData name="maxzine Reid" userId="1642ccaeb1fb6a59" providerId="LiveId" clId="{173B0076-3915-4FBF-8538-7FE85F72C204}" dt="2025-11-19T04:38:50.897" v="471" actId="26606"/>
          <ac:spMkLst>
            <pc:docMk/>
            <pc:sldMk cId="0" sldId="263"/>
            <ac:spMk id="2" creationId="{00000000-0000-0000-0000-000000000000}"/>
          </ac:spMkLst>
        </pc:spChg>
        <pc:spChg chg="del">
          <ac:chgData name="maxzine Reid" userId="1642ccaeb1fb6a59" providerId="LiveId" clId="{173B0076-3915-4FBF-8538-7FE85F72C204}" dt="2025-11-19T04:38:50.897" v="471" actId="26606"/>
          <ac:spMkLst>
            <pc:docMk/>
            <pc:sldMk cId="0" sldId="263"/>
            <ac:spMk id="3" creationId="{00000000-0000-0000-0000-000000000000}"/>
          </ac:spMkLst>
        </pc:spChg>
        <pc:graphicFrameChg chg="add">
          <ac:chgData name="maxzine Reid" userId="1642ccaeb1fb6a59" providerId="LiveId" clId="{173B0076-3915-4FBF-8538-7FE85F72C204}" dt="2025-11-19T04:38:50.897" v="471" actId="26606"/>
          <ac:graphicFrameMkLst>
            <pc:docMk/>
            <pc:sldMk cId="0" sldId="263"/>
            <ac:graphicFrameMk id="5" creationId="{EB9AC2BE-28CF-7112-1F8D-3B3B4D5FE15A}"/>
          </ac:graphicFrameMkLst>
        </pc:graphicFrameChg>
      </pc:sldChg>
      <pc:sldChg chg="addSp delSp modSp mod modTransition setBg setClrOvrMap">
        <pc:chgData name="maxzine Reid" userId="1642ccaeb1fb6a59" providerId="LiveId" clId="{173B0076-3915-4FBF-8538-7FE85F72C204}" dt="2025-11-19T06:22:14.466" v="521"/>
        <pc:sldMkLst>
          <pc:docMk/>
          <pc:sldMk cId="0" sldId="264"/>
        </pc:sldMkLst>
        <pc:spChg chg="mod">
          <ac:chgData name="maxzine Reid" userId="1642ccaeb1fb6a59" providerId="LiveId" clId="{173B0076-3915-4FBF-8538-7FE85F72C204}" dt="2025-11-19T05:18:46.347" v="510" actId="26606"/>
          <ac:spMkLst>
            <pc:docMk/>
            <pc:sldMk cId="0" sldId="264"/>
            <ac:spMk id="2" creationId="{00000000-0000-0000-0000-000000000000}"/>
          </ac:spMkLst>
        </pc:spChg>
        <pc:spChg chg="del">
          <ac:chgData name="maxzine Reid" userId="1642ccaeb1fb6a59" providerId="LiveId" clId="{173B0076-3915-4FBF-8538-7FE85F72C204}" dt="2025-11-19T04:37:55.748" v="470" actId="26606"/>
          <ac:spMkLst>
            <pc:docMk/>
            <pc:sldMk cId="0" sldId="264"/>
            <ac:spMk id="3" creationId="{00000000-0000-0000-0000-000000000000}"/>
          </ac:spMkLst>
        </pc:spChg>
        <pc:spChg chg="add">
          <ac:chgData name="maxzine Reid" userId="1642ccaeb1fb6a59" providerId="LiveId" clId="{173B0076-3915-4FBF-8538-7FE85F72C204}" dt="2025-11-19T05:18:46.347" v="510" actId="26606"/>
          <ac:spMkLst>
            <pc:docMk/>
            <pc:sldMk cId="0" sldId="264"/>
            <ac:spMk id="10" creationId="{ABE6F9A3-300E-47F5-B41C-C8C5E758DE7C}"/>
          </ac:spMkLst>
        </pc:spChg>
        <pc:spChg chg="add">
          <ac:chgData name="maxzine Reid" userId="1642ccaeb1fb6a59" providerId="LiveId" clId="{173B0076-3915-4FBF-8538-7FE85F72C204}" dt="2025-11-19T05:18:46.347" v="510" actId="26606"/>
          <ac:spMkLst>
            <pc:docMk/>
            <pc:sldMk cId="0" sldId="264"/>
            <ac:spMk id="12" creationId="{61B4701B-39FE-43B8-86AA-D6B8789C2207}"/>
          </ac:spMkLst>
        </pc:spChg>
        <pc:spChg chg="add">
          <ac:chgData name="maxzine Reid" userId="1642ccaeb1fb6a59" providerId="LiveId" clId="{173B0076-3915-4FBF-8538-7FE85F72C204}" dt="2025-11-19T05:18:46.347" v="510" actId="26606"/>
          <ac:spMkLst>
            <pc:docMk/>
            <pc:sldMk cId="0" sldId="264"/>
            <ac:spMk id="14" creationId="{E9A7EF13-49FA-4355-971A-34B065F35022}"/>
          </ac:spMkLst>
        </pc:spChg>
        <pc:spChg chg="add">
          <ac:chgData name="maxzine Reid" userId="1642ccaeb1fb6a59" providerId="LiveId" clId="{173B0076-3915-4FBF-8538-7FE85F72C204}" dt="2025-11-19T05:18:46.347" v="510" actId="26606"/>
          <ac:spMkLst>
            <pc:docMk/>
            <pc:sldMk cId="0" sldId="264"/>
            <ac:spMk id="16" creationId="{92CF3C3E-0F7B-4F0C-8EBD-BDD38E9C66F5}"/>
          </ac:spMkLst>
        </pc:spChg>
        <pc:graphicFrameChg chg="add mod modGraphic">
          <ac:chgData name="maxzine Reid" userId="1642ccaeb1fb6a59" providerId="LiveId" clId="{173B0076-3915-4FBF-8538-7FE85F72C204}" dt="2025-11-19T05:18:46.347" v="510" actId="26606"/>
          <ac:graphicFrameMkLst>
            <pc:docMk/>
            <pc:sldMk cId="0" sldId="264"/>
            <ac:graphicFrameMk id="5" creationId="{0AB5A5DC-385E-AE48-E561-1999536713F2}"/>
          </ac:graphicFrameMkLst>
        </pc:graphicFrameChg>
      </pc:sldChg>
      <pc:sldChg chg="addSp delSp modSp mod modTransition">
        <pc:chgData name="maxzine Reid" userId="1642ccaeb1fb6a59" providerId="LiveId" clId="{173B0076-3915-4FBF-8538-7FE85F72C204}" dt="2025-11-19T19:05:40.179" v="542" actId="1076"/>
        <pc:sldMkLst>
          <pc:docMk/>
          <pc:sldMk cId="0" sldId="265"/>
        </pc:sldMkLst>
        <pc:spChg chg="mod">
          <ac:chgData name="maxzine Reid" userId="1642ccaeb1fb6a59" providerId="LiveId" clId="{173B0076-3915-4FBF-8538-7FE85F72C204}" dt="2025-11-19T05:18:27.027" v="509"/>
          <ac:spMkLst>
            <pc:docMk/>
            <pc:sldMk cId="0" sldId="265"/>
            <ac:spMk id="2" creationId="{00000000-0000-0000-0000-000000000000}"/>
          </ac:spMkLst>
        </pc:spChg>
        <pc:spChg chg="add del mod">
          <ac:chgData name="maxzine Reid" userId="1642ccaeb1fb6a59" providerId="LiveId" clId="{173B0076-3915-4FBF-8538-7FE85F72C204}" dt="2025-11-19T03:24:23.407" v="207" actId="1076"/>
          <ac:spMkLst>
            <pc:docMk/>
            <pc:sldMk cId="0" sldId="265"/>
            <ac:spMk id="3" creationId="{00000000-0000-0000-0000-000000000000}"/>
          </ac:spMkLst>
        </pc:spChg>
        <pc:spChg chg="mod">
          <ac:chgData name="maxzine Reid" userId="1642ccaeb1fb6a59" providerId="LiveId" clId="{173B0076-3915-4FBF-8538-7FE85F72C204}" dt="2025-11-19T19:05:24.096" v="541" actId="14100"/>
          <ac:spMkLst>
            <pc:docMk/>
            <pc:sldMk cId="0" sldId="265"/>
            <ac:spMk id="4" creationId="{00000000-0000-0000-0000-000000000000}"/>
          </ac:spMkLst>
        </pc:spChg>
        <pc:spChg chg="mod">
          <ac:chgData name="maxzine Reid" userId="1642ccaeb1fb6a59" providerId="LiveId" clId="{173B0076-3915-4FBF-8538-7FE85F72C204}" dt="2025-11-19T03:23:37.326" v="203" actId="1076"/>
          <ac:spMkLst>
            <pc:docMk/>
            <pc:sldMk cId="0" sldId="265"/>
            <ac:spMk id="5" creationId="{00000000-0000-0000-0000-000000000000}"/>
          </ac:spMkLst>
        </pc:spChg>
        <pc:spChg chg="mod">
          <ac:chgData name="maxzine Reid" userId="1642ccaeb1fb6a59" providerId="LiveId" clId="{173B0076-3915-4FBF-8538-7FE85F72C204}" dt="2025-11-19T03:23:51.449" v="204" actId="1076"/>
          <ac:spMkLst>
            <pc:docMk/>
            <pc:sldMk cId="0" sldId="265"/>
            <ac:spMk id="6" creationId="{00000000-0000-0000-0000-000000000000}"/>
          </ac:spMkLst>
        </pc:spChg>
        <pc:spChg chg="add mod ord">
          <ac:chgData name="maxzine Reid" userId="1642ccaeb1fb6a59" providerId="LiveId" clId="{173B0076-3915-4FBF-8538-7FE85F72C204}" dt="2025-11-19T03:22:56.734" v="200" actId="1076"/>
          <ac:spMkLst>
            <pc:docMk/>
            <pc:sldMk cId="0" sldId="265"/>
            <ac:spMk id="9" creationId="{55C4CA3F-2EF2-A100-D20B-3F51887400D2}"/>
          </ac:spMkLst>
        </pc:spChg>
        <pc:spChg chg="add mod">
          <ac:chgData name="maxzine Reid" userId="1642ccaeb1fb6a59" providerId="LiveId" clId="{173B0076-3915-4FBF-8538-7FE85F72C204}" dt="2025-11-19T19:05:40.179" v="542" actId="1076"/>
          <ac:spMkLst>
            <pc:docMk/>
            <pc:sldMk cId="0" sldId="265"/>
            <ac:spMk id="10" creationId="{C94D4052-0FD7-6FD8-214B-54C7AC313D89}"/>
          </ac:spMkLst>
        </pc:spChg>
        <pc:spChg chg="add mod">
          <ac:chgData name="maxzine Reid" userId="1642ccaeb1fb6a59" providerId="LiveId" clId="{173B0076-3915-4FBF-8538-7FE85F72C204}" dt="2025-11-19T19:04:59.181" v="539" actId="1076"/>
          <ac:spMkLst>
            <pc:docMk/>
            <pc:sldMk cId="0" sldId="265"/>
            <ac:spMk id="11" creationId="{BE32573D-B87F-D2EA-1151-584E9E18407C}"/>
          </ac:spMkLst>
        </pc:spChg>
        <pc:spChg chg="add del mod">
          <ac:chgData name="maxzine Reid" userId="1642ccaeb1fb6a59" providerId="LiveId" clId="{173B0076-3915-4FBF-8538-7FE85F72C204}" dt="2025-11-19T03:11:08.883" v="172"/>
          <ac:spMkLst>
            <pc:docMk/>
            <pc:sldMk cId="0" sldId="265"/>
            <ac:spMk id="12" creationId="{2846E8FD-A2F4-3A55-65DD-E6CF0F43A29D}"/>
          </ac:spMkLst>
        </pc:spChg>
        <pc:spChg chg="add mod">
          <ac:chgData name="maxzine Reid" userId="1642ccaeb1fb6a59" providerId="LiveId" clId="{173B0076-3915-4FBF-8538-7FE85F72C204}" dt="2025-11-19T05:53:24.750" v="516" actId="1076"/>
          <ac:spMkLst>
            <pc:docMk/>
            <pc:sldMk cId="0" sldId="265"/>
            <ac:spMk id="13" creationId="{C8EE398B-7022-C3A3-969F-AD57134CF44D}"/>
          </ac:spMkLst>
        </pc:spChg>
        <pc:spChg chg="add mod">
          <ac:chgData name="maxzine Reid" userId="1642ccaeb1fb6a59" providerId="LiveId" clId="{173B0076-3915-4FBF-8538-7FE85F72C204}" dt="2025-11-19T03:25:13.724" v="209"/>
          <ac:spMkLst>
            <pc:docMk/>
            <pc:sldMk cId="0" sldId="265"/>
            <ac:spMk id="14" creationId="{ACF296E7-FEEB-9C3F-6F28-17937BDED532}"/>
          </ac:spMkLst>
        </pc:spChg>
        <pc:picChg chg="add mod">
          <ac:chgData name="maxzine Reid" userId="1642ccaeb1fb6a59" providerId="LiveId" clId="{173B0076-3915-4FBF-8538-7FE85F72C204}" dt="2025-11-19T02:45:21.381" v="83" actId="931"/>
          <ac:picMkLst>
            <pc:docMk/>
            <pc:sldMk cId="0" sldId="265"/>
            <ac:picMk id="8" creationId="{C08CED1F-4225-60DA-DE7A-DFCFE250D4D6}"/>
          </ac:picMkLst>
        </pc:picChg>
      </pc:sldChg>
      <pc:sldChg chg="addSp delSp modSp mod modTransition setBg setClrOvrMap delDesignElem">
        <pc:chgData name="maxzine Reid" userId="1642ccaeb1fb6a59" providerId="LiveId" clId="{173B0076-3915-4FBF-8538-7FE85F72C204}" dt="2025-11-19T06:22:14.466" v="521"/>
        <pc:sldMkLst>
          <pc:docMk/>
          <pc:sldMk cId="0" sldId="266"/>
        </pc:sldMkLst>
        <pc:spChg chg="mod">
          <ac:chgData name="maxzine Reid" userId="1642ccaeb1fb6a59" providerId="LiveId" clId="{173B0076-3915-4FBF-8538-7FE85F72C204}" dt="2025-11-19T05:08:35.017" v="494" actId="26606"/>
          <ac:spMkLst>
            <pc:docMk/>
            <pc:sldMk cId="0" sldId="266"/>
            <ac:spMk id="2" creationId="{00000000-0000-0000-0000-000000000000}"/>
          </ac:spMkLst>
        </pc:spChg>
        <pc:spChg chg="del">
          <ac:chgData name="maxzine Reid" userId="1642ccaeb1fb6a59" providerId="LiveId" clId="{173B0076-3915-4FBF-8538-7FE85F72C204}" dt="2025-11-19T05:08:35.017" v="494" actId="26606"/>
          <ac:spMkLst>
            <pc:docMk/>
            <pc:sldMk cId="0" sldId="266"/>
            <ac:spMk id="3" creationId="{00000000-0000-0000-0000-000000000000}"/>
          </ac:spMkLst>
        </pc:spChg>
        <pc:spChg chg="add del">
          <ac:chgData name="maxzine Reid" userId="1642ccaeb1fb6a59" providerId="LiveId" clId="{173B0076-3915-4FBF-8538-7FE85F72C204}" dt="2025-11-19T05:18:27.027" v="509"/>
          <ac:spMkLst>
            <pc:docMk/>
            <pc:sldMk cId="0" sldId="266"/>
            <ac:spMk id="9" creationId="{ABE6F9A3-300E-47F5-B41C-C8C5E758DE7C}"/>
          </ac:spMkLst>
        </pc:spChg>
        <pc:spChg chg="add del">
          <ac:chgData name="maxzine Reid" userId="1642ccaeb1fb6a59" providerId="LiveId" clId="{173B0076-3915-4FBF-8538-7FE85F72C204}" dt="2025-11-19T05:18:27.027" v="509"/>
          <ac:spMkLst>
            <pc:docMk/>
            <pc:sldMk cId="0" sldId="266"/>
            <ac:spMk id="11" creationId="{61B4701B-39FE-43B8-86AA-D6B8789C2207}"/>
          </ac:spMkLst>
        </pc:spChg>
        <pc:spChg chg="add del">
          <ac:chgData name="maxzine Reid" userId="1642ccaeb1fb6a59" providerId="LiveId" clId="{173B0076-3915-4FBF-8538-7FE85F72C204}" dt="2025-11-19T05:18:27.027" v="509"/>
          <ac:spMkLst>
            <pc:docMk/>
            <pc:sldMk cId="0" sldId="266"/>
            <ac:spMk id="13" creationId="{E9A7EF13-49FA-4355-971A-34B065F35022}"/>
          </ac:spMkLst>
        </pc:spChg>
        <pc:spChg chg="add del">
          <ac:chgData name="maxzine Reid" userId="1642ccaeb1fb6a59" providerId="LiveId" clId="{173B0076-3915-4FBF-8538-7FE85F72C204}" dt="2025-11-19T05:18:27.027" v="509"/>
          <ac:spMkLst>
            <pc:docMk/>
            <pc:sldMk cId="0" sldId="266"/>
            <ac:spMk id="15" creationId="{92CF3C3E-0F7B-4F0C-8EBD-BDD38E9C66F5}"/>
          </ac:spMkLst>
        </pc:spChg>
        <pc:graphicFrameChg chg="add">
          <ac:chgData name="maxzine Reid" userId="1642ccaeb1fb6a59" providerId="LiveId" clId="{173B0076-3915-4FBF-8538-7FE85F72C204}" dt="2025-11-19T05:08:35.017" v="494" actId="26606"/>
          <ac:graphicFrameMkLst>
            <pc:docMk/>
            <pc:sldMk cId="0" sldId="266"/>
            <ac:graphicFrameMk id="5" creationId="{202A8DDE-0660-CCFE-2585-C5916564A137}"/>
          </ac:graphicFrameMkLst>
        </pc:graphicFrameChg>
      </pc:sldChg>
      <pc:sldChg chg="addSp delSp modSp mod modTransition setBg setClrOvrMap delDesignElem">
        <pc:chgData name="maxzine Reid" userId="1642ccaeb1fb6a59" providerId="LiveId" clId="{173B0076-3915-4FBF-8538-7FE85F72C204}" dt="2025-11-19T06:22:14.466" v="521"/>
        <pc:sldMkLst>
          <pc:docMk/>
          <pc:sldMk cId="0" sldId="267"/>
        </pc:sldMkLst>
        <pc:spChg chg="mod">
          <ac:chgData name="maxzine Reid" userId="1642ccaeb1fb6a59" providerId="LiveId" clId="{173B0076-3915-4FBF-8538-7FE85F72C204}" dt="2025-11-19T05:20:38.371" v="513" actId="26606"/>
          <ac:spMkLst>
            <pc:docMk/>
            <pc:sldMk cId="0" sldId="267"/>
            <ac:spMk id="2" creationId="{00000000-0000-0000-0000-000000000000}"/>
          </ac:spMkLst>
        </pc:spChg>
        <pc:spChg chg="del mod">
          <ac:chgData name="maxzine Reid" userId="1642ccaeb1fb6a59" providerId="LiveId" clId="{173B0076-3915-4FBF-8538-7FE85F72C204}" dt="2025-11-19T05:18:55.242" v="511" actId="26606"/>
          <ac:spMkLst>
            <pc:docMk/>
            <pc:sldMk cId="0" sldId="267"/>
            <ac:spMk id="3" creationId="{00000000-0000-0000-0000-000000000000}"/>
          </ac:spMkLst>
        </pc:spChg>
        <pc:spChg chg="add del">
          <ac:chgData name="maxzine Reid" userId="1642ccaeb1fb6a59" providerId="LiveId" clId="{173B0076-3915-4FBF-8538-7FE85F72C204}" dt="2025-11-19T05:13:21.153" v="503" actId="26606"/>
          <ac:spMkLst>
            <pc:docMk/>
            <pc:sldMk cId="0" sldId="267"/>
            <ac:spMk id="8" creationId="{74CD14DB-BB81-479F-A1FC-1C75640E9F84}"/>
          </ac:spMkLst>
        </pc:spChg>
        <pc:spChg chg="add del">
          <ac:chgData name="maxzine Reid" userId="1642ccaeb1fb6a59" providerId="LiveId" clId="{173B0076-3915-4FBF-8538-7FE85F72C204}" dt="2025-11-19T05:13:21.153" v="503" actId="26606"/>
          <ac:spMkLst>
            <pc:docMk/>
            <pc:sldMk cId="0" sldId="267"/>
            <ac:spMk id="10" creationId="{C943A91B-7CA7-4592-A975-73B1BF8C4C74}"/>
          </ac:spMkLst>
        </pc:spChg>
        <pc:spChg chg="add del">
          <ac:chgData name="maxzine Reid" userId="1642ccaeb1fb6a59" providerId="LiveId" clId="{173B0076-3915-4FBF-8538-7FE85F72C204}" dt="2025-11-19T05:13:21.153" v="503" actId="26606"/>
          <ac:spMkLst>
            <pc:docMk/>
            <pc:sldMk cId="0" sldId="267"/>
            <ac:spMk id="12" creationId="{EC471314-E46A-414B-8D91-74880E84F187}"/>
          </ac:spMkLst>
        </pc:spChg>
        <pc:spChg chg="add del">
          <ac:chgData name="maxzine Reid" userId="1642ccaeb1fb6a59" providerId="LiveId" clId="{173B0076-3915-4FBF-8538-7FE85F72C204}" dt="2025-11-19T05:13:21.153" v="503" actId="26606"/>
          <ac:spMkLst>
            <pc:docMk/>
            <pc:sldMk cId="0" sldId="267"/>
            <ac:spMk id="14" creationId="{6A681326-1C9D-44A3-A627-3871BDAE4127}"/>
          </ac:spMkLst>
        </pc:spChg>
        <pc:spChg chg="add del">
          <ac:chgData name="maxzine Reid" userId="1642ccaeb1fb6a59" providerId="LiveId" clId="{173B0076-3915-4FBF-8538-7FE85F72C204}" dt="2025-11-19T05:18:55.242" v="511" actId="26606"/>
          <ac:spMkLst>
            <pc:docMk/>
            <pc:sldMk cId="0" sldId="267"/>
            <ac:spMk id="19" creationId="{923E8915-D2AA-4327-A45A-972C3CA9574B}"/>
          </ac:spMkLst>
        </pc:spChg>
        <pc:spChg chg="add del">
          <ac:chgData name="maxzine Reid" userId="1642ccaeb1fb6a59" providerId="LiveId" clId="{173B0076-3915-4FBF-8538-7FE85F72C204}" dt="2025-11-19T05:18:55.242" v="511" actId="26606"/>
          <ac:spMkLst>
            <pc:docMk/>
            <pc:sldMk cId="0" sldId="267"/>
            <ac:spMk id="21" creationId="{8302FC3C-9804-4950-B721-5FD704BA6065}"/>
          </ac:spMkLst>
        </pc:spChg>
        <pc:spChg chg="add del">
          <ac:chgData name="maxzine Reid" userId="1642ccaeb1fb6a59" providerId="LiveId" clId="{173B0076-3915-4FBF-8538-7FE85F72C204}" dt="2025-11-19T05:18:55.242" v="511" actId="26606"/>
          <ac:spMkLst>
            <pc:docMk/>
            <pc:sldMk cId="0" sldId="267"/>
            <ac:spMk id="27" creationId="{F3798573-F27B-47EB-8EA4-7EE34954C2D6}"/>
          </ac:spMkLst>
        </pc:spChg>
        <pc:spChg chg="add del">
          <ac:chgData name="maxzine Reid" userId="1642ccaeb1fb6a59" providerId="LiveId" clId="{173B0076-3915-4FBF-8538-7FE85F72C204}" dt="2025-11-19T05:20:38.371" v="513" actId="26606"/>
          <ac:spMkLst>
            <pc:docMk/>
            <pc:sldMk cId="0" sldId="267"/>
            <ac:spMk id="33" creationId="{ABE6F9A3-300E-47F5-B41C-C8C5E758DE7C}"/>
          </ac:spMkLst>
        </pc:spChg>
        <pc:spChg chg="add del">
          <ac:chgData name="maxzine Reid" userId="1642ccaeb1fb6a59" providerId="LiveId" clId="{173B0076-3915-4FBF-8538-7FE85F72C204}" dt="2025-11-19T05:20:38.371" v="513" actId="26606"/>
          <ac:spMkLst>
            <pc:docMk/>
            <pc:sldMk cId="0" sldId="267"/>
            <ac:spMk id="35" creationId="{61B4701B-39FE-43B8-86AA-D6B8789C2207}"/>
          </ac:spMkLst>
        </pc:spChg>
        <pc:spChg chg="add del">
          <ac:chgData name="maxzine Reid" userId="1642ccaeb1fb6a59" providerId="LiveId" clId="{173B0076-3915-4FBF-8538-7FE85F72C204}" dt="2025-11-19T05:20:38.371" v="513" actId="26606"/>
          <ac:spMkLst>
            <pc:docMk/>
            <pc:sldMk cId="0" sldId="267"/>
            <ac:spMk id="37" creationId="{E9A7EF13-49FA-4355-971A-34B065F35022}"/>
          </ac:spMkLst>
        </pc:spChg>
        <pc:spChg chg="add del">
          <ac:chgData name="maxzine Reid" userId="1642ccaeb1fb6a59" providerId="LiveId" clId="{173B0076-3915-4FBF-8538-7FE85F72C204}" dt="2025-11-19T05:20:38.371" v="513" actId="26606"/>
          <ac:spMkLst>
            <pc:docMk/>
            <pc:sldMk cId="0" sldId="267"/>
            <ac:spMk id="39" creationId="{92CF3C3E-0F7B-4F0C-8EBD-BDD38E9C66F5}"/>
          </ac:spMkLst>
        </pc:spChg>
        <pc:graphicFrameChg chg="mod modGraphic">
          <ac:chgData name="maxzine Reid" userId="1642ccaeb1fb6a59" providerId="LiveId" clId="{173B0076-3915-4FBF-8538-7FE85F72C204}" dt="2025-11-19T05:20:38.371" v="513" actId="26606"/>
          <ac:graphicFrameMkLst>
            <pc:docMk/>
            <pc:sldMk cId="0" sldId="267"/>
            <ac:graphicFrameMk id="29" creationId="{9F8F1D65-BEB0-9C67-E158-7B1C3C050F39}"/>
          </ac:graphicFrameMkLst>
        </pc:graphicFrameChg>
        <pc:picChg chg="add del">
          <ac:chgData name="maxzine Reid" userId="1642ccaeb1fb6a59" providerId="LiveId" clId="{173B0076-3915-4FBF-8538-7FE85F72C204}" dt="2025-11-19T05:18:55.242" v="511" actId="26606"/>
          <ac:picMkLst>
            <pc:docMk/>
            <pc:sldMk cId="0" sldId="267"/>
            <ac:picMk id="25" creationId="{3BC6EBB2-9BDC-4075-BA6B-43A9FBF9C86C}"/>
          </ac:picMkLst>
        </pc:picChg>
        <pc:cxnChg chg="add del">
          <ac:chgData name="maxzine Reid" userId="1642ccaeb1fb6a59" providerId="LiveId" clId="{173B0076-3915-4FBF-8538-7FE85F72C204}" dt="2025-11-19T05:18:27.027" v="509"/>
          <ac:cxnSpMkLst>
            <pc:docMk/>
            <pc:sldMk cId="0" sldId="267"/>
            <ac:cxnSpMk id="23" creationId="{6B9695BD-ECF6-49CA-8877-8C493193C65D}"/>
          </ac:cxnSpMkLst>
        </pc:cxnChg>
      </pc:sldChg>
      <pc:sldChg chg="addSp delSp modSp mod modTransition setBg setClrOvrMap delDesignElem">
        <pc:chgData name="maxzine Reid" userId="1642ccaeb1fb6a59" providerId="LiveId" clId="{173B0076-3915-4FBF-8538-7FE85F72C204}" dt="2025-11-19T06:22:14.466" v="521"/>
        <pc:sldMkLst>
          <pc:docMk/>
          <pc:sldMk cId="0" sldId="268"/>
        </pc:sldMkLst>
        <pc:spChg chg="mod">
          <ac:chgData name="maxzine Reid" userId="1642ccaeb1fb6a59" providerId="LiveId" clId="{173B0076-3915-4FBF-8538-7FE85F72C204}" dt="2025-11-19T05:21:15.873" v="514" actId="26606"/>
          <ac:spMkLst>
            <pc:docMk/>
            <pc:sldMk cId="0" sldId="268"/>
            <ac:spMk id="2" creationId="{00000000-0000-0000-0000-000000000000}"/>
          </ac:spMkLst>
        </pc:spChg>
        <pc:spChg chg="mod">
          <ac:chgData name="maxzine Reid" userId="1642ccaeb1fb6a59" providerId="LiveId" clId="{173B0076-3915-4FBF-8538-7FE85F72C204}" dt="2025-11-19T05:21:15.873" v="514" actId="26606"/>
          <ac:spMkLst>
            <pc:docMk/>
            <pc:sldMk cId="0" sldId="268"/>
            <ac:spMk id="3" creationId="{00000000-0000-0000-0000-000000000000}"/>
          </ac:spMkLst>
        </pc:spChg>
        <pc:spChg chg="add del">
          <ac:chgData name="maxzine Reid" userId="1642ccaeb1fb6a59" providerId="LiveId" clId="{173B0076-3915-4FBF-8538-7FE85F72C204}" dt="2025-11-19T05:10:35.337" v="498" actId="26606"/>
          <ac:spMkLst>
            <pc:docMk/>
            <pc:sldMk cId="0" sldId="268"/>
            <ac:spMk id="8" creationId="{74CD14DB-BB81-479F-A1FC-1C75640E9F84}"/>
          </ac:spMkLst>
        </pc:spChg>
        <pc:spChg chg="add del">
          <ac:chgData name="maxzine Reid" userId="1642ccaeb1fb6a59" providerId="LiveId" clId="{173B0076-3915-4FBF-8538-7FE85F72C204}" dt="2025-11-19T05:21:15.873" v="514" actId="26606"/>
          <ac:spMkLst>
            <pc:docMk/>
            <pc:sldMk cId="0" sldId="268"/>
            <ac:spMk id="9" creationId="{C8A3C342-1D03-412F-8DD3-BF519E8E0AE9}"/>
          </ac:spMkLst>
        </pc:spChg>
        <pc:spChg chg="add del">
          <ac:chgData name="maxzine Reid" userId="1642ccaeb1fb6a59" providerId="LiveId" clId="{173B0076-3915-4FBF-8538-7FE85F72C204}" dt="2025-11-19T05:10:35.337" v="498" actId="26606"/>
          <ac:spMkLst>
            <pc:docMk/>
            <pc:sldMk cId="0" sldId="268"/>
            <ac:spMk id="10" creationId="{C943A91B-7CA7-4592-A975-73B1BF8C4C74}"/>
          </ac:spMkLst>
        </pc:spChg>
        <pc:spChg chg="add del">
          <ac:chgData name="maxzine Reid" userId="1642ccaeb1fb6a59" providerId="LiveId" clId="{173B0076-3915-4FBF-8538-7FE85F72C204}" dt="2025-11-19T05:21:15.873" v="514" actId="26606"/>
          <ac:spMkLst>
            <pc:docMk/>
            <pc:sldMk cId="0" sldId="268"/>
            <ac:spMk id="11" creationId="{81CC9B02-E087-4350-AEBD-2C3CF001AF01}"/>
          </ac:spMkLst>
        </pc:spChg>
        <pc:spChg chg="add del">
          <ac:chgData name="maxzine Reid" userId="1642ccaeb1fb6a59" providerId="LiveId" clId="{173B0076-3915-4FBF-8538-7FE85F72C204}" dt="2025-11-19T05:10:35.337" v="498" actId="26606"/>
          <ac:spMkLst>
            <pc:docMk/>
            <pc:sldMk cId="0" sldId="268"/>
            <ac:spMk id="12" creationId="{EC471314-E46A-414B-8D91-74880E84F187}"/>
          </ac:spMkLst>
        </pc:spChg>
        <pc:spChg chg="add del">
          <ac:chgData name="maxzine Reid" userId="1642ccaeb1fb6a59" providerId="LiveId" clId="{173B0076-3915-4FBF-8538-7FE85F72C204}" dt="2025-11-19T05:10:35.337" v="498" actId="26606"/>
          <ac:spMkLst>
            <pc:docMk/>
            <pc:sldMk cId="0" sldId="268"/>
            <ac:spMk id="14" creationId="{6A681326-1C9D-44A3-A627-3871BDAE4127}"/>
          </ac:spMkLst>
        </pc:spChg>
        <pc:spChg chg="add">
          <ac:chgData name="maxzine Reid" userId="1642ccaeb1fb6a59" providerId="LiveId" clId="{173B0076-3915-4FBF-8538-7FE85F72C204}" dt="2025-11-19T05:21:15.873" v="514" actId="26606"/>
          <ac:spMkLst>
            <pc:docMk/>
            <pc:sldMk cId="0" sldId="268"/>
            <ac:spMk id="16" creationId="{909FE742-1A27-4AEF-B5F0-F8C383EAB1D7}"/>
          </ac:spMkLst>
        </pc:spChg>
        <pc:picChg chg="add mod ord">
          <ac:chgData name="maxzine Reid" userId="1642ccaeb1fb6a59" providerId="LiveId" clId="{173B0076-3915-4FBF-8538-7FE85F72C204}" dt="2025-11-19T05:21:15.873" v="514" actId="26606"/>
          <ac:picMkLst>
            <pc:docMk/>
            <pc:sldMk cId="0" sldId="268"/>
            <ac:picMk id="5" creationId="{4F558918-87DB-EA77-C31E-936637FEDA9E}"/>
          </ac:picMkLst>
        </pc:picChg>
      </pc:sldChg>
      <pc:sldMasterChg chg="modTransition modSldLayout">
        <pc:chgData name="maxzine Reid" userId="1642ccaeb1fb6a59" providerId="LiveId" clId="{173B0076-3915-4FBF-8538-7FE85F72C204}" dt="2025-11-19T06:22:14.466" v="521"/>
        <pc:sldMasterMkLst>
          <pc:docMk/>
          <pc:sldMasterMk cId="1245499932" sldId="2147483689"/>
        </pc:sldMasterMkLst>
        <pc:sldLayoutChg chg="modTransition">
          <pc:chgData name="maxzine Reid" userId="1642ccaeb1fb6a59" providerId="LiveId" clId="{173B0076-3915-4FBF-8538-7FE85F72C204}" dt="2025-11-19T06:22:14.466" v="521"/>
          <pc:sldLayoutMkLst>
            <pc:docMk/>
            <pc:sldMasterMk cId="1245499932" sldId="2147483689"/>
            <pc:sldLayoutMk cId="2352921549" sldId="2147483690"/>
          </pc:sldLayoutMkLst>
        </pc:sldLayoutChg>
        <pc:sldLayoutChg chg="modTransition">
          <pc:chgData name="maxzine Reid" userId="1642ccaeb1fb6a59" providerId="LiveId" clId="{173B0076-3915-4FBF-8538-7FE85F72C204}" dt="2025-11-19T06:22:14.466" v="521"/>
          <pc:sldLayoutMkLst>
            <pc:docMk/>
            <pc:sldMasterMk cId="1245499932" sldId="2147483689"/>
            <pc:sldLayoutMk cId="3870725732" sldId="2147483691"/>
          </pc:sldLayoutMkLst>
        </pc:sldLayoutChg>
        <pc:sldLayoutChg chg="modTransition">
          <pc:chgData name="maxzine Reid" userId="1642ccaeb1fb6a59" providerId="LiveId" clId="{173B0076-3915-4FBF-8538-7FE85F72C204}" dt="2025-11-19T06:22:14.466" v="521"/>
          <pc:sldLayoutMkLst>
            <pc:docMk/>
            <pc:sldMasterMk cId="1245499932" sldId="2147483689"/>
            <pc:sldLayoutMk cId="1491895514" sldId="2147483692"/>
          </pc:sldLayoutMkLst>
        </pc:sldLayoutChg>
        <pc:sldLayoutChg chg="modTransition">
          <pc:chgData name="maxzine Reid" userId="1642ccaeb1fb6a59" providerId="LiveId" clId="{173B0076-3915-4FBF-8538-7FE85F72C204}" dt="2025-11-19T06:22:14.466" v="521"/>
          <pc:sldLayoutMkLst>
            <pc:docMk/>
            <pc:sldMasterMk cId="1245499932" sldId="2147483689"/>
            <pc:sldLayoutMk cId="1659289644" sldId="2147483693"/>
          </pc:sldLayoutMkLst>
        </pc:sldLayoutChg>
        <pc:sldLayoutChg chg="modTransition">
          <pc:chgData name="maxzine Reid" userId="1642ccaeb1fb6a59" providerId="LiveId" clId="{173B0076-3915-4FBF-8538-7FE85F72C204}" dt="2025-11-19T06:22:14.466" v="521"/>
          <pc:sldLayoutMkLst>
            <pc:docMk/>
            <pc:sldMasterMk cId="1245499932" sldId="2147483689"/>
            <pc:sldLayoutMk cId="867193784" sldId="2147483694"/>
          </pc:sldLayoutMkLst>
        </pc:sldLayoutChg>
        <pc:sldLayoutChg chg="modTransition">
          <pc:chgData name="maxzine Reid" userId="1642ccaeb1fb6a59" providerId="LiveId" clId="{173B0076-3915-4FBF-8538-7FE85F72C204}" dt="2025-11-19T06:22:14.466" v="521"/>
          <pc:sldLayoutMkLst>
            <pc:docMk/>
            <pc:sldMasterMk cId="1245499932" sldId="2147483689"/>
            <pc:sldLayoutMk cId="1460007340" sldId="2147483695"/>
          </pc:sldLayoutMkLst>
        </pc:sldLayoutChg>
        <pc:sldLayoutChg chg="modTransition">
          <pc:chgData name="maxzine Reid" userId="1642ccaeb1fb6a59" providerId="LiveId" clId="{173B0076-3915-4FBF-8538-7FE85F72C204}" dt="2025-11-19T06:22:14.466" v="521"/>
          <pc:sldLayoutMkLst>
            <pc:docMk/>
            <pc:sldMasterMk cId="1245499932" sldId="2147483689"/>
            <pc:sldLayoutMk cId="3397398194" sldId="2147483696"/>
          </pc:sldLayoutMkLst>
        </pc:sldLayoutChg>
        <pc:sldLayoutChg chg="modTransition">
          <pc:chgData name="maxzine Reid" userId="1642ccaeb1fb6a59" providerId="LiveId" clId="{173B0076-3915-4FBF-8538-7FE85F72C204}" dt="2025-11-19T06:22:14.466" v="521"/>
          <pc:sldLayoutMkLst>
            <pc:docMk/>
            <pc:sldMasterMk cId="1245499932" sldId="2147483689"/>
            <pc:sldLayoutMk cId="4199866543" sldId="2147483697"/>
          </pc:sldLayoutMkLst>
        </pc:sldLayoutChg>
        <pc:sldLayoutChg chg="modTransition">
          <pc:chgData name="maxzine Reid" userId="1642ccaeb1fb6a59" providerId="LiveId" clId="{173B0076-3915-4FBF-8538-7FE85F72C204}" dt="2025-11-19T06:22:14.466" v="521"/>
          <pc:sldLayoutMkLst>
            <pc:docMk/>
            <pc:sldMasterMk cId="1245499932" sldId="2147483689"/>
            <pc:sldLayoutMk cId="3690125782" sldId="2147483698"/>
          </pc:sldLayoutMkLst>
        </pc:sldLayoutChg>
        <pc:sldLayoutChg chg="modTransition">
          <pc:chgData name="maxzine Reid" userId="1642ccaeb1fb6a59" providerId="LiveId" clId="{173B0076-3915-4FBF-8538-7FE85F72C204}" dt="2025-11-19T06:22:14.466" v="521"/>
          <pc:sldLayoutMkLst>
            <pc:docMk/>
            <pc:sldMasterMk cId="1245499932" sldId="2147483689"/>
            <pc:sldLayoutMk cId="4221708213" sldId="2147483699"/>
          </pc:sldLayoutMkLst>
        </pc:sldLayoutChg>
        <pc:sldLayoutChg chg="modTransition">
          <pc:chgData name="maxzine Reid" userId="1642ccaeb1fb6a59" providerId="LiveId" clId="{173B0076-3915-4FBF-8538-7FE85F72C204}" dt="2025-11-19T06:22:14.466" v="521"/>
          <pc:sldLayoutMkLst>
            <pc:docMk/>
            <pc:sldMasterMk cId="1245499932" sldId="2147483689"/>
            <pc:sldLayoutMk cId="2438151766" sldId="2147483700"/>
          </pc:sldLayoutMkLst>
        </pc:sldLayoutChg>
        <pc:sldLayoutChg chg="modTransition">
          <pc:chgData name="maxzine Reid" userId="1642ccaeb1fb6a59" providerId="LiveId" clId="{173B0076-3915-4FBF-8538-7FE85F72C204}" dt="2025-11-19T06:22:14.466" v="521"/>
          <pc:sldLayoutMkLst>
            <pc:docMk/>
            <pc:sldMasterMk cId="1245499932" sldId="2147483689"/>
            <pc:sldLayoutMk cId="537508649" sldId="2147483701"/>
          </pc:sldLayoutMkLst>
        </pc:sldLayoutChg>
        <pc:sldLayoutChg chg="modTransition">
          <pc:chgData name="maxzine Reid" userId="1642ccaeb1fb6a59" providerId="LiveId" clId="{173B0076-3915-4FBF-8538-7FE85F72C204}" dt="2025-11-19T06:22:14.466" v="521"/>
          <pc:sldLayoutMkLst>
            <pc:docMk/>
            <pc:sldMasterMk cId="1245499932" sldId="2147483689"/>
            <pc:sldLayoutMk cId="697081890" sldId="2147483702"/>
          </pc:sldLayoutMkLst>
        </pc:sldLayoutChg>
        <pc:sldLayoutChg chg="modTransition">
          <pc:chgData name="maxzine Reid" userId="1642ccaeb1fb6a59" providerId="LiveId" clId="{173B0076-3915-4FBF-8538-7FE85F72C204}" dt="2025-11-19T06:22:14.466" v="521"/>
          <pc:sldLayoutMkLst>
            <pc:docMk/>
            <pc:sldMasterMk cId="1245499932" sldId="2147483689"/>
            <pc:sldLayoutMk cId="2694848877" sldId="2147483703"/>
          </pc:sldLayoutMkLst>
        </pc:sldLayoutChg>
        <pc:sldLayoutChg chg="modTransition">
          <pc:chgData name="maxzine Reid" userId="1642ccaeb1fb6a59" providerId="LiveId" clId="{173B0076-3915-4FBF-8538-7FE85F72C204}" dt="2025-11-19T06:22:14.466" v="521"/>
          <pc:sldLayoutMkLst>
            <pc:docMk/>
            <pc:sldMasterMk cId="1245499932" sldId="2147483689"/>
            <pc:sldLayoutMk cId="392008757" sldId="2147483704"/>
          </pc:sldLayoutMkLst>
        </pc:sldLayoutChg>
        <pc:sldLayoutChg chg="modTransition">
          <pc:chgData name="maxzine Reid" userId="1642ccaeb1fb6a59" providerId="LiveId" clId="{173B0076-3915-4FBF-8538-7FE85F72C204}" dt="2025-11-19T06:22:14.466" v="521"/>
          <pc:sldLayoutMkLst>
            <pc:docMk/>
            <pc:sldMasterMk cId="1245499932" sldId="2147483689"/>
            <pc:sldLayoutMk cId="2704008001" sldId="2147483705"/>
          </pc:sldLayoutMkLst>
        </pc:sldLayoutChg>
        <pc:sldLayoutChg chg="modTransition">
          <pc:chgData name="maxzine Reid" userId="1642ccaeb1fb6a59" providerId="LiveId" clId="{173B0076-3915-4FBF-8538-7FE85F72C204}" dt="2025-11-19T06:22:14.466" v="521"/>
          <pc:sldLayoutMkLst>
            <pc:docMk/>
            <pc:sldMasterMk cId="1245499932" sldId="2147483689"/>
            <pc:sldLayoutMk cId="1217995839" sldId="2147483706"/>
          </pc:sldLayoutMkLst>
        </pc:sldLayoutChg>
      </pc:sldMasterChg>
    </pc:docChg>
  </pc:docChgLst>
</pc:chgInfo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svg"/><Relationship Id="rId1" Type="http://schemas.openxmlformats.org/officeDocument/2006/relationships/image" Target="../media/image32.png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35.sv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sv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40.svg"/><Relationship Id="rId1" Type="http://schemas.openxmlformats.org/officeDocument/2006/relationships/image" Target="../media/image32.png"/><Relationship Id="rId6" Type="http://schemas.openxmlformats.org/officeDocument/2006/relationships/image" Target="../media/image44.svg"/><Relationship Id="rId5" Type="http://schemas.openxmlformats.org/officeDocument/2006/relationships/image" Target="../media/image43.png"/><Relationship Id="rId10" Type="http://schemas.openxmlformats.org/officeDocument/2006/relationships/image" Target="../media/image48.svg"/><Relationship Id="rId4" Type="http://schemas.openxmlformats.org/officeDocument/2006/relationships/image" Target="../media/image42.svg"/><Relationship Id="rId9" Type="http://schemas.openxmlformats.org/officeDocument/2006/relationships/image" Target="../media/image47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svg"/><Relationship Id="rId1" Type="http://schemas.openxmlformats.org/officeDocument/2006/relationships/image" Target="../media/image32.png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35.sv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sv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40.svg"/><Relationship Id="rId1" Type="http://schemas.openxmlformats.org/officeDocument/2006/relationships/image" Target="../media/image32.png"/><Relationship Id="rId6" Type="http://schemas.openxmlformats.org/officeDocument/2006/relationships/image" Target="../media/image44.svg"/><Relationship Id="rId5" Type="http://schemas.openxmlformats.org/officeDocument/2006/relationships/image" Target="../media/image43.png"/><Relationship Id="rId10" Type="http://schemas.openxmlformats.org/officeDocument/2006/relationships/image" Target="../media/image48.svg"/><Relationship Id="rId4" Type="http://schemas.openxmlformats.org/officeDocument/2006/relationships/image" Target="../media/image42.svg"/><Relationship Id="rId9" Type="http://schemas.openxmlformats.org/officeDocument/2006/relationships/image" Target="../media/image47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3_2">
  <dgm:title val=""/>
  <dgm:desc val=""/>
  <dgm:catLst>
    <dgm:cat type="accent3" pri="13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9313498-51FF-4BB2-9D27-8DA20349941B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FE921D3F-27EB-40E2-9020-68DAA162C955}">
      <dgm:prSet/>
      <dgm:spPr/>
      <dgm:t>
        <a:bodyPr/>
        <a:lstStyle/>
        <a:p>
          <a:r>
            <a:rPr lang="en-US" b="0" i="0"/>
            <a:t>• AI-powered nutrition &amp; meal planning assistant</a:t>
          </a:r>
          <a:endParaRPr lang="en-US"/>
        </a:p>
      </dgm:t>
    </dgm:pt>
    <dgm:pt modelId="{1ED72E21-9E45-4881-B6DD-14624249121C}" type="parTrans" cxnId="{941C9B1A-61EE-4498-ADE5-6AC971854D8C}">
      <dgm:prSet/>
      <dgm:spPr/>
      <dgm:t>
        <a:bodyPr/>
        <a:lstStyle/>
        <a:p>
          <a:endParaRPr lang="en-US"/>
        </a:p>
      </dgm:t>
    </dgm:pt>
    <dgm:pt modelId="{787CD3EF-33FB-428C-B314-62451E776159}" type="sibTrans" cxnId="{941C9B1A-61EE-4498-ADE5-6AC971854D8C}">
      <dgm:prSet/>
      <dgm:spPr/>
      <dgm:t>
        <a:bodyPr/>
        <a:lstStyle/>
        <a:p>
          <a:endParaRPr lang="en-US"/>
        </a:p>
      </dgm:t>
    </dgm:pt>
    <dgm:pt modelId="{8696C616-AACA-4E4C-9EB7-D48A308CB844}">
      <dgm:prSet/>
      <dgm:spPr/>
      <dgm:t>
        <a:bodyPr/>
        <a:lstStyle/>
        <a:p>
          <a:r>
            <a:rPr lang="en-US" b="0" i="0" dirty="0"/>
            <a:t>• Built with Dialogflow + Python backend</a:t>
          </a:r>
          <a:endParaRPr lang="en-US" dirty="0"/>
        </a:p>
      </dgm:t>
    </dgm:pt>
    <dgm:pt modelId="{66D4A629-6972-403A-A09A-222C5F2A756B}" type="parTrans" cxnId="{E9D2C4FD-E3C7-41DB-8E39-3270B50248E0}">
      <dgm:prSet/>
      <dgm:spPr/>
      <dgm:t>
        <a:bodyPr/>
        <a:lstStyle/>
        <a:p>
          <a:endParaRPr lang="en-US"/>
        </a:p>
      </dgm:t>
    </dgm:pt>
    <dgm:pt modelId="{BD99C3AD-1BF8-4267-8D63-76BEDDAD564A}" type="sibTrans" cxnId="{E9D2C4FD-E3C7-41DB-8E39-3270B50248E0}">
      <dgm:prSet/>
      <dgm:spPr/>
      <dgm:t>
        <a:bodyPr/>
        <a:lstStyle/>
        <a:p>
          <a:endParaRPr lang="en-US"/>
        </a:p>
      </dgm:t>
    </dgm:pt>
    <dgm:pt modelId="{EF38A9E8-74D5-4433-9F27-425212596E42}">
      <dgm:prSet/>
      <dgm:spPr/>
      <dgm:t>
        <a:bodyPr/>
        <a:lstStyle/>
        <a:p>
          <a:r>
            <a:rPr lang="en-US" b="0" i="0" dirty="0"/>
            <a:t>• Helps users generate personalized meal plans</a:t>
          </a:r>
          <a:endParaRPr lang="en-US" dirty="0"/>
        </a:p>
      </dgm:t>
    </dgm:pt>
    <dgm:pt modelId="{251020B8-3D8E-4509-A9B7-70502E65AD6C}" type="parTrans" cxnId="{601DA875-6864-489D-BC81-ABC762CBC71E}">
      <dgm:prSet/>
      <dgm:spPr/>
      <dgm:t>
        <a:bodyPr/>
        <a:lstStyle/>
        <a:p>
          <a:endParaRPr lang="en-US"/>
        </a:p>
      </dgm:t>
    </dgm:pt>
    <dgm:pt modelId="{B05925D7-5D0D-43B5-9418-4EAAF94B0B3F}" type="sibTrans" cxnId="{601DA875-6864-489D-BC81-ABC762CBC71E}">
      <dgm:prSet/>
      <dgm:spPr/>
      <dgm:t>
        <a:bodyPr/>
        <a:lstStyle/>
        <a:p>
          <a:endParaRPr lang="en-US"/>
        </a:p>
      </dgm:t>
    </dgm:pt>
    <dgm:pt modelId="{1060CF9D-FF22-49D4-8BA5-1E7AF46711E4}">
      <dgm:prSet/>
      <dgm:spPr/>
      <dgm:t>
        <a:bodyPr/>
        <a:lstStyle/>
        <a:p>
          <a:r>
            <a:rPr lang="en-US" b="0" i="0"/>
            <a:t>• Focuses on healthy choices, accessibility, and ease of use</a:t>
          </a:r>
          <a:endParaRPr lang="en-US"/>
        </a:p>
      </dgm:t>
    </dgm:pt>
    <dgm:pt modelId="{302E7751-88CA-469F-9A55-EB507C19896C}" type="parTrans" cxnId="{42DB2B95-7D3B-40FB-9BA3-34EA66DD5B74}">
      <dgm:prSet/>
      <dgm:spPr/>
      <dgm:t>
        <a:bodyPr/>
        <a:lstStyle/>
        <a:p>
          <a:endParaRPr lang="en-US"/>
        </a:p>
      </dgm:t>
    </dgm:pt>
    <dgm:pt modelId="{0002D3F5-EBA7-45D7-B1D6-71D57CEAA921}" type="sibTrans" cxnId="{42DB2B95-7D3B-40FB-9BA3-34EA66DD5B74}">
      <dgm:prSet/>
      <dgm:spPr/>
      <dgm:t>
        <a:bodyPr/>
        <a:lstStyle/>
        <a:p>
          <a:endParaRPr lang="en-US"/>
        </a:p>
      </dgm:t>
    </dgm:pt>
    <dgm:pt modelId="{CC81AED1-C0E1-40E1-A31E-218696A90FD1}" type="pres">
      <dgm:prSet presAssocID="{A9313498-51FF-4BB2-9D27-8DA20349941B}" presName="outerComposite" presStyleCnt="0">
        <dgm:presLayoutVars>
          <dgm:chMax val="5"/>
          <dgm:dir/>
          <dgm:resizeHandles val="exact"/>
        </dgm:presLayoutVars>
      </dgm:prSet>
      <dgm:spPr/>
    </dgm:pt>
    <dgm:pt modelId="{80F3EDF3-0249-459A-BF83-1AAE7ECC9F96}" type="pres">
      <dgm:prSet presAssocID="{A9313498-51FF-4BB2-9D27-8DA20349941B}" presName="dummyMaxCanvas" presStyleCnt="0">
        <dgm:presLayoutVars/>
      </dgm:prSet>
      <dgm:spPr/>
    </dgm:pt>
    <dgm:pt modelId="{9B716DA0-2CBF-4524-B164-22BB5D5FBC48}" type="pres">
      <dgm:prSet presAssocID="{A9313498-51FF-4BB2-9D27-8DA20349941B}" presName="FourNodes_1" presStyleLbl="node1" presStyleIdx="0" presStyleCnt="4">
        <dgm:presLayoutVars>
          <dgm:bulletEnabled val="1"/>
        </dgm:presLayoutVars>
      </dgm:prSet>
      <dgm:spPr/>
    </dgm:pt>
    <dgm:pt modelId="{06C73EC3-A1FD-4CDD-833E-72AA3211065A}" type="pres">
      <dgm:prSet presAssocID="{A9313498-51FF-4BB2-9D27-8DA20349941B}" presName="FourNodes_2" presStyleLbl="node1" presStyleIdx="1" presStyleCnt="4">
        <dgm:presLayoutVars>
          <dgm:bulletEnabled val="1"/>
        </dgm:presLayoutVars>
      </dgm:prSet>
      <dgm:spPr/>
    </dgm:pt>
    <dgm:pt modelId="{1043109D-0080-44C3-8753-CA811E371BBF}" type="pres">
      <dgm:prSet presAssocID="{A9313498-51FF-4BB2-9D27-8DA20349941B}" presName="FourNodes_3" presStyleLbl="node1" presStyleIdx="2" presStyleCnt="4">
        <dgm:presLayoutVars>
          <dgm:bulletEnabled val="1"/>
        </dgm:presLayoutVars>
      </dgm:prSet>
      <dgm:spPr/>
    </dgm:pt>
    <dgm:pt modelId="{DEB0A16B-47DD-47C1-9009-F63EE38FF4E3}" type="pres">
      <dgm:prSet presAssocID="{A9313498-51FF-4BB2-9D27-8DA20349941B}" presName="FourNodes_4" presStyleLbl="node1" presStyleIdx="3" presStyleCnt="4">
        <dgm:presLayoutVars>
          <dgm:bulletEnabled val="1"/>
        </dgm:presLayoutVars>
      </dgm:prSet>
      <dgm:spPr/>
    </dgm:pt>
    <dgm:pt modelId="{EFFCDEC9-57C0-43BF-A743-7D05755B2721}" type="pres">
      <dgm:prSet presAssocID="{A9313498-51FF-4BB2-9D27-8DA20349941B}" presName="FourConn_1-2" presStyleLbl="fgAccFollowNode1" presStyleIdx="0" presStyleCnt="3">
        <dgm:presLayoutVars>
          <dgm:bulletEnabled val="1"/>
        </dgm:presLayoutVars>
      </dgm:prSet>
      <dgm:spPr/>
    </dgm:pt>
    <dgm:pt modelId="{F40DBAD0-AC94-4AC0-9B61-54EA5F14C337}" type="pres">
      <dgm:prSet presAssocID="{A9313498-51FF-4BB2-9D27-8DA20349941B}" presName="FourConn_2-3" presStyleLbl="fgAccFollowNode1" presStyleIdx="1" presStyleCnt="3">
        <dgm:presLayoutVars>
          <dgm:bulletEnabled val="1"/>
        </dgm:presLayoutVars>
      </dgm:prSet>
      <dgm:spPr/>
    </dgm:pt>
    <dgm:pt modelId="{6B7EF25D-3DBE-466F-A00C-72BC8AA90F74}" type="pres">
      <dgm:prSet presAssocID="{A9313498-51FF-4BB2-9D27-8DA20349941B}" presName="FourConn_3-4" presStyleLbl="fgAccFollowNode1" presStyleIdx="2" presStyleCnt="3">
        <dgm:presLayoutVars>
          <dgm:bulletEnabled val="1"/>
        </dgm:presLayoutVars>
      </dgm:prSet>
      <dgm:spPr/>
    </dgm:pt>
    <dgm:pt modelId="{F799C0F3-6E13-44B5-9938-A7085BFA4A06}" type="pres">
      <dgm:prSet presAssocID="{A9313498-51FF-4BB2-9D27-8DA20349941B}" presName="FourNodes_1_text" presStyleLbl="node1" presStyleIdx="3" presStyleCnt="4">
        <dgm:presLayoutVars>
          <dgm:bulletEnabled val="1"/>
        </dgm:presLayoutVars>
      </dgm:prSet>
      <dgm:spPr/>
    </dgm:pt>
    <dgm:pt modelId="{7BF56A61-CFAC-4BD6-A61A-BFA2758868D9}" type="pres">
      <dgm:prSet presAssocID="{A9313498-51FF-4BB2-9D27-8DA20349941B}" presName="FourNodes_2_text" presStyleLbl="node1" presStyleIdx="3" presStyleCnt="4">
        <dgm:presLayoutVars>
          <dgm:bulletEnabled val="1"/>
        </dgm:presLayoutVars>
      </dgm:prSet>
      <dgm:spPr/>
    </dgm:pt>
    <dgm:pt modelId="{E24ACAC4-E338-4871-9B6E-0065E4DFE7E5}" type="pres">
      <dgm:prSet presAssocID="{A9313498-51FF-4BB2-9D27-8DA20349941B}" presName="FourNodes_3_text" presStyleLbl="node1" presStyleIdx="3" presStyleCnt="4">
        <dgm:presLayoutVars>
          <dgm:bulletEnabled val="1"/>
        </dgm:presLayoutVars>
      </dgm:prSet>
      <dgm:spPr/>
    </dgm:pt>
    <dgm:pt modelId="{5225BC87-D6DD-4494-8FA7-8BA9FCEB51BC}" type="pres">
      <dgm:prSet presAssocID="{A9313498-51FF-4BB2-9D27-8DA20349941B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90FDB404-B63E-41C7-96E7-EDEB8673EAE1}" type="presOf" srcId="{1060CF9D-FF22-49D4-8BA5-1E7AF46711E4}" destId="{DEB0A16B-47DD-47C1-9009-F63EE38FF4E3}" srcOrd="0" destOrd="0" presId="urn:microsoft.com/office/officeart/2005/8/layout/vProcess5"/>
    <dgm:cxn modelId="{08762A0E-949F-4259-9A2F-03A1124D032A}" type="presOf" srcId="{B05925D7-5D0D-43B5-9418-4EAAF94B0B3F}" destId="{6B7EF25D-3DBE-466F-A00C-72BC8AA90F74}" srcOrd="0" destOrd="0" presId="urn:microsoft.com/office/officeart/2005/8/layout/vProcess5"/>
    <dgm:cxn modelId="{941C9B1A-61EE-4498-ADE5-6AC971854D8C}" srcId="{A9313498-51FF-4BB2-9D27-8DA20349941B}" destId="{FE921D3F-27EB-40E2-9020-68DAA162C955}" srcOrd="0" destOrd="0" parTransId="{1ED72E21-9E45-4881-B6DD-14624249121C}" sibTransId="{787CD3EF-33FB-428C-B314-62451E776159}"/>
    <dgm:cxn modelId="{93DA752B-AFBB-429F-8546-C04AA01BFD8B}" type="presOf" srcId="{787CD3EF-33FB-428C-B314-62451E776159}" destId="{EFFCDEC9-57C0-43BF-A743-7D05755B2721}" srcOrd="0" destOrd="0" presId="urn:microsoft.com/office/officeart/2005/8/layout/vProcess5"/>
    <dgm:cxn modelId="{2EB22F2D-8C4D-4121-BCBD-B590554FAA6A}" type="presOf" srcId="{8696C616-AACA-4E4C-9EB7-D48A308CB844}" destId="{7BF56A61-CFAC-4BD6-A61A-BFA2758868D9}" srcOrd="1" destOrd="0" presId="urn:microsoft.com/office/officeart/2005/8/layout/vProcess5"/>
    <dgm:cxn modelId="{C0FA762D-4815-4DB1-8560-91811208298E}" type="presOf" srcId="{1060CF9D-FF22-49D4-8BA5-1E7AF46711E4}" destId="{5225BC87-D6DD-4494-8FA7-8BA9FCEB51BC}" srcOrd="1" destOrd="0" presId="urn:microsoft.com/office/officeart/2005/8/layout/vProcess5"/>
    <dgm:cxn modelId="{8A7A1530-5FFC-4370-9CE2-1582212872F4}" type="presOf" srcId="{FE921D3F-27EB-40E2-9020-68DAA162C955}" destId="{F799C0F3-6E13-44B5-9938-A7085BFA4A06}" srcOrd="1" destOrd="0" presId="urn:microsoft.com/office/officeart/2005/8/layout/vProcess5"/>
    <dgm:cxn modelId="{76109469-F7B4-455E-85CA-79276FA661E9}" type="presOf" srcId="{A9313498-51FF-4BB2-9D27-8DA20349941B}" destId="{CC81AED1-C0E1-40E1-A31E-218696A90FD1}" srcOrd="0" destOrd="0" presId="urn:microsoft.com/office/officeart/2005/8/layout/vProcess5"/>
    <dgm:cxn modelId="{703D1974-F6D7-4C50-B91C-2780A18426DA}" type="presOf" srcId="{FE921D3F-27EB-40E2-9020-68DAA162C955}" destId="{9B716DA0-2CBF-4524-B164-22BB5D5FBC48}" srcOrd="0" destOrd="0" presId="urn:microsoft.com/office/officeart/2005/8/layout/vProcess5"/>
    <dgm:cxn modelId="{601DA875-6864-489D-BC81-ABC762CBC71E}" srcId="{A9313498-51FF-4BB2-9D27-8DA20349941B}" destId="{EF38A9E8-74D5-4433-9F27-425212596E42}" srcOrd="2" destOrd="0" parTransId="{251020B8-3D8E-4509-A9B7-70502E65AD6C}" sibTransId="{B05925D7-5D0D-43B5-9418-4EAAF94B0B3F}"/>
    <dgm:cxn modelId="{07F3B583-7CB9-48AD-84D7-F9CA33DF7FA6}" type="presOf" srcId="{BD99C3AD-1BF8-4267-8D63-76BEDDAD564A}" destId="{F40DBAD0-AC94-4AC0-9B61-54EA5F14C337}" srcOrd="0" destOrd="0" presId="urn:microsoft.com/office/officeart/2005/8/layout/vProcess5"/>
    <dgm:cxn modelId="{42DB2B95-7D3B-40FB-9BA3-34EA66DD5B74}" srcId="{A9313498-51FF-4BB2-9D27-8DA20349941B}" destId="{1060CF9D-FF22-49D4-8BA5-1E7AF46711E4}" srcOrd="3" destOrd="0" parTransId="{302E7751-88CA-469F-9A55-EB507C19896C}" sibTransId="{0002D3F5-EBA7-45D7-B1D6-71D57CEAA921}"/>
    <dgm:cxn modelId="{41D03FA6-971A-486A-9A5A-D9106499B47F}" type="presOf" srcId="{EF38A9E8-74D5-4433-9F27-425212596E42}" destId="{1043109D-0080-44C3-8753-CA811E371BBF}" srcOrd="0" destOrd="0" presId="urn:microsoft.com/office/officeart/2005/8/layout/vProcess5"/>
    <dgm:cxn modelId="{85B7D6BF-6F46-42E6-A193-32D69A0E35BF}" type="presOf" srcId="{EF38A9E8-74D5-4433-9F27-425212596E42}" destId="{E24ACAC4-E338-4871-9B6E-0065E4DFE7E5}" srcOrd="1" destOrd="0" presId="urn:microsoft.com/office/officeart/2005/8/layout/vProcess5"/>
    <dgm:cxn modelId="{CD55B4D4-D1BA-4052-8A40-3FEF1FD262CE}" type="presOf" srcId="{8696C616-AACA-4E4C-9EB7-D48A308CB844}" destId="{06C73EC3-A1FD-4CDD-833E-72AA3211065A}" srcOrd="0" destOrd="0" presId="urn:microsoft.com/office/officeart/2005/8/layout/vProcess5"/>
    <dgm:cxn modelId="{E9D2C4FD-E3C7-41DB-8E39-3270B50248E0}" srcId="{A9313498-51FF-4BB2-9D27-8DA20349941B}" destId="{8696C616-AACA-4E4C-9EB7-D48A308CB844}" srcOrd="1" destOrd="0" parTransId="{66D4A629-6972-403A-A09A-222C5F2A756B}" sibTransId="{BD99C3AD-1BF8-4267-8D63-76BEDDAD564A}"/>
    <dgm:cxn modelId="{E3E3D573-556E-42F5-A266-CDA0EA56725D}" type="presParOf" srcId="{CC81AED1-C0E1-40E1-A31E-218696A90FD1}" destId="{80F3EDF3-0249-459A-BF83-1AAE7ECC9F96}" srcOrd="0" destOrd="0" presId="urn:microsoft.com/office/officeart/2005/8/layout/vProcess5"/>
    <dgm:cxn modelId="{46E692E5-05BA-4185-9642-C088C4A2B4CE}" type="presParOf" srcId="{CC81AED1-C0E1-40E1-A31E-218696A90FD1}" destId="{9B716DA0-2CBF-4524-B164-22BB5D5FBC48}" srcOrd="1" destOrd="0" presId="urn:microsoft.com/office/officeart/2005/8/layout/vProcess5"/>
    <dgm:cxn modelId="{F9C007CF-277F-4D82-B105-ACCBF38F85FC}" type="presParOf" srcId="{CC81AED1-C0E1-40E1-A31E-218696A90FD1}" destId="{06C73EC3-A1FD-4CDD-833E-72AA3211065A}" srcOrd="2" destOrd="0" presId="urn:microsoft.com/office/officeart/2005/8/layout/vProcess5"/>
    <dgm:cxn modelId="{BC2739AD-90F8-487F-BCD2-7FC5B08B1BA9}" type="presParOf" srcId="{CC81AED1-C0E1-40E1-A31E-218696A90FD1}" destId="{1043109D-0080-44C3-8753-CA811E371BBF}" srcOrd="3" destOrd="0" presId="urn:microsoft.com/office/officeart/2005/8/layout/vProcess5"/>
    <dgm:cxn modelId="{53F43EB7-86C1-4160-8632-B0EC8CA268D4}" type="presParOf" srcId="{CC81AED1-C0E1-40E1-A31E-218696A90FD1}" destId="{DEB0A16B-47DD-47C1-9009-F63EE38FF4E3}" srcOrd="4" destOrd="0" presId="urn:microsoft.com/office/officeart/2005/8/layout/vProcess5"/>
    <dgm:cxn modelId="{4E6B43BA-0FF4-4480-976D-2AE7722C7F76}" type="presParOf" srcId="{CC81AED1-C0E1-40E1-A31E-218696A90FD1}" destId="{EFFCDEC9-57C0-43BF-A743-7D05755B2721}" srcOrd="5" destOrd="0" presId="urn:microsoft.com/office/officeart/2005/8/layout/vProcess5"/>
    <dgm:cxn modelId="{C25907CF-B75F-4E30-9F5D-90007F49B870}" type="presParOf" srcId="{CC81AED1-C0E1-40E1-A31E-218696A90FD1}" destId="{F40DBAD0-AC94-4AC0-9B61-54EA5F14C337}" srcOrd="6" destOrd="0" presId="urn:microsoft.com/office/officeart/2005/8/layout/vProcess5"/>
    <dgm:cxn modelId="{8438C29E-1333-422A-82C8-CC28B8461C17}" type="presParOf" srcId="{CC81AED1-C0E1-40E1-A31E-218696A90FD1}" destId="{6B7EF25D-3DBE-466F-A00C-72BC8AA90F74}" srcOrd="7" destOrd="0" presId="urn:microsoft.com/office/officeart/2005/8/layout/vProcess5"/>
    <dgm:cxn modelId="{7FC60869-FAC5-422F-975E-628689686B06}" type="presParOf" srcId="{CC81AED1-C0E1-40E1-A31E-218696A90FD1}" destId="{F799C0F3-6E13-44B5-9938-A7085BFA4A06}" srcOrd="8" destOrd="0" presId="urn:microsoft.com/office/officeart/2005/8/layout/vProcess5"/>
    <dgm:cxn modelId="{15F3B53A-6ABE-4AD9-8646-FD0505DFB191}" type="presParOf" srcId="{CC81AED1-C0E1-40E1-A31E-218696A90FD1}" destId="{7BF56A61-CFAC-4BD6-A61A-BFA2758868D9}" srcOrd="9" destOrd="0" presId="urn:microsoft.com/office/officeart/2005/8/layout/vProcess5"/>
    <dgm:cxn modelId="{5A631639-3530-458D-99F0-AD32B35A6786}" type="presParOf" srcId="{CC81AED1-C0E1-40E1-A31E-218696A90FD1}" destId="{E24ACAC4-E338-4871-9B6E-0065E4DFE7E5}" srcOrd="10" destOrd="0" presId="urn:microsoft.com/office/officeart/2005/8/layout/vProcess5"/>
    <dgm:cxn modelId="{E1D6C586-C98D-474E-952A-D692C478558B}" type="presParOf" srcId="{CC81AED1-C0E1-40E1-A31E-218696A90FD1}" destId="{5225BC87-D6DD-4494-8FA7-8BA9FCEB51BC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98C5154-243F-466E-BD38-D1E7D013FF36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3_2" csCatId="accent3" phldr="1"/>
      <dgm:spPr/>
      <dgm:t>
        <a:bodyPr/>
        <a:lstStyle/>
        <a:p>
          <a:endParaRPr lang="en-US"/>
        </a:p>
      </dgm:t>
    </dgm:pt>
    <dgm:pt modelId="{9CB2C27D-56CC-4A52-AF8B-F67279596149}">
      <dgm:prSet/>
      <dgm:spPr/>
      <dgm:t>
        <a:bodyPr/>
        <a:lstStyle/>
        <a:p>
          <a:r>
            <a:rPr lang="en-US" b="0" i="0" dirty="0"/>
            <a:t>• Many people struggle to plan healthy meals</a:t>
          </a:r>
          <a:endParaRPr lang="en-US" dirty="0"/>
        </a:p>
      </dgm:t>
    </dgm:pt>
    <dgm:pt modelId="{AF99BF39-FAC6-4B59-9F63-F72C3E41C7D4}" type="parTrans" cxnId="{37C1B383-E986-4E93-A85E-C0A5633B6C99}">
      <dgm:prSet/>
      <dgm:spPr/>
      <dgm:t>
        <a:bodyPr/>
        <a:lstStyle/>
        <a:p>
          <a:endParaRPr lang="en-US"/>
        </a:p>
      </dgm:t>
    </dgm:pt>
    <dgm:pt modelId="{35A748BE-A907-4CEB-BA98-F57973DE0930}" type="sibTrans" cxnId="{37C1B383-E986-4E93-A85E-C0A5633B6C99}">
      <dgm:prSet/>
      <dgm:spPr/>
      <dgm:t>
        <a:bodyPr/>
        <a:lstStyle/>
        <a:p>
          <a:endParaRPr lang="en-US"/>
        </a:p>
      </dgm:t>
    </dgm:pt>
    <dgm:pt modelId="{96D7DA24-1453-47D3-8CDB-518379891E3D}">
      <dgm:prSet/>
      <dgm:spPr/>
      <dgm:t>
        <a:bodyPr/>
        <a:lstStyle/>
        <a:p>
          <a:r>
            <a:rPr lang="en-US" b="0" i="0"/>
            <a:t>• Nutrition research is time‑consuming</a:t>
          </a:r>
          <a:endParaRPr lang="en-US"/>
        </a:p>
      </dgm:t>
    </dgm:pt>
    <dgm:pt modelId="{CD4DE5C3-3FF0-4145-8721-3A81CACF4FFA}" type="parTrans" cxnId="{0584F8B0-A353-4056-8A71-6DADC23761BC}">
      <dgm:prSet/>
      <dgm:spPr/>
      <dgm:t>
        <a:bodyPr/>
        <a:lstStyle/>
        <a:p>
          <a:endParaRPr lang="en-US"/>
        </a:p>
      </dgm:t>
    </dgm:pt>
    <dgm:pt modelId="{462A0B32-ADAC-45BA-8413-97931156FDEA}" type="sibTrans" cxnId="{0584F8B0-A353-4056-8A71-6DADC23761BC}">
      <dgm:prSet/>
      <dgm:spPr/>
      <dgm:t>
        <a:bodyPr/>
        <a:lstStyle/>
        <a:p>
          <a:endParaRPr lang="en-US"/>
        </a:p>
      </dgm:t>
    </dgm:pt>
    <dgm:pt modelId="{43CA1BF0-263B-42F1-AB57-49F362C50AD3}">
      <dgm:prSet/>
      <dgm:spPr/>
      <dgm:t>
        <a:bodyPr/>
        <a:lstStyle/>
        <a:p>
          <a:r>
            <a:rPr lang="en-US" b="0" i="0"/>
            <a:t>• Most apps require paid subscriptions</a:t>
          </a:r>
          <a:endParaRPr lang="en-US"/>
        </a:p>
      </dgm:t>
    </dgm:pt>
    <dgm:pt modelId="{EAA13664-5ADE-4B06-93AC-7430342D4AA7}" type="parTrans" cxnId="{5341EBF8-42F5-4770-9D7B-5D7C32E639B6}">
      <dgm:prSet/>
      <dgm:spPr/>
      <dgm:t>
        <a:bodyPr/>
        <a:lstStyle/>
        <a:p>
          <a:endParaRPr lang="en-US"/>
        </a:p>
      </dgm:t>
    </dgm:pt>
    <dgm:pt modelId="{DBD72042-AC39-47DB-B3CE-24594F3606F3}" type="sibTrans" cxnId="{5341EBF8-42F5-4770-9D7B-5D7C32E639B6}">
      <dgm:prSet/>
      <dgm:spPr/>
      <dgm:t>
        <a:bodyPr/>
        <a:lstStyle/>
        <a:p>
          <a:endParaRPr lang="en-US"/>
        </a:p>
      </dgm:t>
    </dgm:pt>
    <dgm:pt modelId="{E31D5E97-3539-4EFD-98C5-721BFD03FB22}">
      <dgm:prSet/>
      <dgm:spPr/>
      <dgm:t>
        <a:bodyPr/>
        <a:lstStyle/>
        <a:p>
          <a:r>
            <a:rPr lang="en-US" b="0" i="0"/>
            <a:t>• Need a simple, automated meal planning solution</a:t>
          </a:r>
          <a:endParaRPr lang="en-US"/>
        </a:p>
      </dgm:t>
    </dgm:pt>
    <dgm:pt modelId="{29FF3FE7-3610-41E3-AF3A-7805216313AD}" type="parTrans" cxnId="{240C6837-8C93-4F04-9EE7-FD89192EF5EB}">
      <dgm:prSet/>
      <dgm:spPr/>
      <dgm:t>
        <a:bodyPr/>
        <a:lstStyle/>
        <a:p>
          <a:endParaRPr lang="en-US"/>
        </a:p>
      </dgm:t>
    </dgm:pt>
    <dgm:pt modelId="{986DE1D1-62C9-4FD8-9246-3935D892FEFE}" type="sibTrans" cxnId="{240C6837-8C93-4F04-9EE7-FD89192EF5EB}">
      <dgm:prSet/>
      <dgm:spPr/>
      <dgm:t>
        <a:bodyPr/>
        <a:lstStyle/>
        <a:p>
          <a:endParaRPr lang="en-US"/>
        </a:p>
      </dgm:t>
    </dgm:pt>
    <dgm:pt modelId="{75B619D3-6EC0-40F0-8ED7-128A5EE4DB58}" type="pres">
      <dgm:prSet presAssocID="{198C5154-243F-466E-BD38-D1E7D013FF36}" presName="root" presStyleCnt="0">
        <dgm:presLayoutVars>
          <dgm:dir/>
          <dgm:resizeHandles val="exact"/>
        </dgm:presLayoutVars>
      </dgm:prSet>
      <dgm:spPr/>
    </dgm:pt>
    <dgm:pt modelId="{8979EE5C-F946-44B1-AE7E-E187B51A4F6B}" type="pres">
      <dgm:prSet presAssocID="{9CB2C27D-56CC-4A52-AF8B-F67279596149}" presName="compNode" presStyleCnt="0"/>
      <dgm:spPr/>
    </dgm:pt>
    <dgm:pt modelId="{F36343CC-CAF3-4D73-9C88-78E74BF29767}" type="pres">
      <dgm:prSet presAssocID="{9CB2C27D-56CC-4A52-AF8B-F67279596149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rson Eating"/>
        </a:ext>
      </dgm:extLst>
    </dgm:pt>
    <dgm:pt modelId="{FCA82A54-E1D5-4D64-B286-5D85DB933F37}" type="pres">
      <dgm:prSet presAssocID="{9CB2C27D-56CC-4A52-AF8B-F67279596149}" presName="spaceRect" presStyleCnt="0"/>
      <dgm:spPr/>
    </dgm:pt>
    <dgm:pt modelId="{437E4849-5A99-45A2-B113-C151ABC96009}" type="pres">
      <dgm:prSet presAssocID="{9CB2C27D-56CC-4A52-AF8B-F67279596149}" presName="textRect" presStyleLbl="revTx" presStyleIdx="0" presStyleCnt="4">
        <dgm:presLayoutVars>
          <dgm:chMax val="1"/>
          <dgm:chPref val="1"/>
        </dgm:presLayoutVars>
      </dgm:prSet>
      <dgm:spPr/>
    </dgm:pt>
    <dgm:pt modelId="{BDF2851A-AA70-427A-AF66-ACB127E3C8D1}" type="pres">
      <dgm:prSet presAssocID="{35A748BE-A907-4CEB-BA98-F57973DE0930}" presName="sibTrans" presStyleCnt="0"/>
      <dgm:spPr/>
    </dgm:pt>
    <dgm:pt modelId="{A949F545-5BD1-4F42-A88C-F9A38AC30197}" type="pres">
      <dgm:prSet presAssocID="{96D7DA24-1453-47D3-8CDB-518379891E3D}" presName="compNode" presStyleCnt="0"/>
      <dgm:spPr/>
    </dgm:pt>
    <dgm:pt modelId="{F2CC7DEE-EF93-4F54-A4EA-45B8026E756D}" type="pres">
      <dgm:prSet presAssocID="{96D7DA24-1453-47D3-8CDB-518379891E3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ruit Bowl"/>
        </a:ext>
      </dgm:extLst>
    </dgm:pt>
    <dgm:pt modelId="{27C9BA9E-468E-42F2-AA7B-38D2B7BCEC58}" type="pres">
      <dgm:prSet presAssocID="{96D7DA24-1453-47D3-8CDB-518379891E3D}" presName="spaceRect" presStyleCnt="0"/>
      <dgm:spPr/>
    </dgm:pt>
    <dgm:pt modelId="{8EAB9565-8A2D-4242-932A-A3A9EFA5D455}" type="pres">
      <dgm:prSet presAssocID="{96D7DA24-1453-47D3-8CDB-518379891E3D}" presName="textRect" presStyleLbl="revTx" presStyleIdx="1" presStyleCnt="4">
        <dgm:presLayoutVars>
          <dgm:chMax val="1"/>
          <dgm:chPref val="1"/>
        </dgm:presLayoutVars>
      </dgm:prSet>
      <dgm:spPr/>
    </dgm:pt>
    <dgm:pt modelId="{59F6D8D8-9B8C-4F6F-9BCD-51B3191C5BEB}" type="pres">
      <dgm:prSet presAssocID="{462A0B32-ADAC-45BA-8413-97931156FDEA}" presName="sibTrans" presStyleCnt="0"/>
      <dgm:spPr/>
    </dgm:pt>
    <dgm:pt modelId="{80B269F8-1B0F-41B5-BA9F-A6072F1B537C}" type="pres">
      <dgm:prSet presAssocID="{43CA1BF0-263B-42F1-AB57-49F362C50AD3}" presName="compNode" presStyleCnt="0"/>
      <dgm:spPr/>
    </dgm:pt>
    <dgm:pt modelId="{CFFCE0E7-17B0-4A78-95D6-C1A7DE531B87}" type="pres">
      <dgm:prSet presAssocID="{43CA1BF0-263B-42F1-AB57-49F362C50AD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0B8910B7-9D46-4549-AE9A-B666C871998F}" type="pres">
      <dgm:prSet presAssocID="{43CA1BF0-263B-42F1-AB57-49F362C50AD3}" presName="spaceRect" presStyleCnt="0"/>
      <dgm:spPr/>
    </dgm:pt>
    <dgm:pt modelId="{E093E729-EE70-479C-BE59-18EC9151F26B}" type="pres">
      <dgm:prSet presAssocID="{43CA1BF0-263B-42F1-AB57-49F362C50AD3}" presName="textRect" presStyleLbl="revTx" presStyleIdx="2" presStyleCnt="4">
        <dgm:presLayoutVars>
          <dgm:chMax val="1"/>
          <dgm:chPref val="1"/>
        </dgm:presLayoutVars>
      </dgm:prSet>
      <dgm:spPr/>
    </dgm:pt>
    <dgm:pt modelId="{4A8CB013-91C6-4390-AD19-C3A9EDD1E4C5}" type="pres">
      <dgm:prSet presAssocID="{DBD72042-AC39-47DB-B3CE-24594F3606F3}" presName="sibTrans" presStyleCnt="0"/>
      <dgm:spPr/>
    </dgm:pt>
    <dgm:pt modelId="{2A6B33FD-7E7C-41BA-AFAC-83929540522D}" type="pres">
      <dgm:prSet presAssocID="{E31D5E97-3539-4EFD-98C5-721BFD03FB22}" presName="compNode" presStyleCnt="0"/>
      <dgm:spPr/>
    </dgm:pt>
    <dgm:pt modelId="{BBAEC38C-AAF4-424E-8336-CF5A53A0D62F}" type="pres">
      <dgm:prSet presAssocID="{E31D5E97-3539-4EFD-98C5-721BFD03FB2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 Setting"/>
        </a:ext>
      </dgm:extLst>
    </dgm:pt>
    <dgm:pt modelId="{9BE4FCB5-551E-44FF-8F27-B089F0D0DDD7}" type="pres">
      <dgm:prSet presAssocID="{E31D5E97-3539-4EFD-98C5-721BFD03FB22}" presName="spaceRect" presStyleCnt="0"/>
      <dgm:spPr/>
    </dgm:pt>
    <dgm:pt modelId="{D4995698-ACAA-4C07-8E4C-1E80F2E4DA58}" type="pres">
      <dgm:prSet presAssocID="{E31D5E97-3539-4EFD-98C5-721BFD03FB22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8A13041D-A7FF-4ADD-A117-F66DA2CC792D}" type="presOf" srcId="{9CB2C27D-56CC-4A52-AF8B-F67279596149}" destId="{437E4849-5A99-45A2-B113-C151ABC96009}" srcOrd="0" destOrd="0" presId="urn:microsoft.com/office/officeart/2018/2/layout/IconLabelList"/>
    <dgm:cxn modelId="{8920A932-2F34-4120-A1D7-7FCFC5BF10BB}" type="presOf" srcId="{198C5154-243F-466E-BD38-D1E7D013FF36}" destId="{75B619D3-6EC0-40F0-8ED7-128A5EE4DB58}" srcOrd="0" destOrd="0" presId="urn:microsoft.com/office/officeart/2018/2/layout/IconLabelList"/>
    <dgm:cxn modelId="{240C6837-8C93-4F04-9EE7-FD89192EF5EB}" srcId="{198C5154-243F-466E-BD38-D1E7D013FF36}" destId="{E31D5E97-3539-4EFD-98C5-721BFD03FB22}" srcOrd="3" destOrd="0" parTransId="{29FF3FE7-3610-41E3-AF3A-7805216313AD}" sibTransId="{986DE1D1-62C9-4FD8-9246-3935D892FEFE}"/>
    <dgm:cxn modelId="{E7086742-7C92-4A55-9E1F-5DA01FC777ED}" type="presOf" srcId="{43CA1BF0-263B-42F1-AB57-49F362C50AD3}" destId="{E093E729-EE70-479C-BE59-18EC9151F26B}" srcOrd="0" destOrd="0" presId="urn:microsoft.com/office/officeart/2018/2/layout/IconLabelList"/>
    <dgm:cxn modelId="{37C1B383-E986-4E93-A85E-C0A5633B6C99}" srcId="{198C5154-243F-466E-BD38-D1E7D013FF36}" destId="{9CB2C27D-56CC-4A52-AF8B-F67279596149}" srcOrd="0" destOrd="0" parTransId="{AF99BF39-FAC6-4B59-9F63-F72C3E41C7D4}" sibTransId="{35A748BE-A907-4CEB-BA98-F57973DE0930}"/>
    <dgm:cxn modelId="{0584F8B0-A353-4056-8A71-6DADC23761BC}" srcId="{198C5154-243F-466E-BD38-D1E7D013FF36}" destId="{96D7DA24-1453-47D3-8CDB-518379891E3D}" srcOrd="1" destOrd="0" parTransId="{CD4DE5C3-3FF0-4145-8721-3A81CACF4FFA}" sibTransId="{462A0B32-ADAC-45BA-8413-97931156FDEA}"/>
    <dgm:cxn modelId="{00A85BB9-F416-4A21-BF0D-DF94471D4893}" type="presOf" srcId="{E31D5E97-3539-4EFD-98C5-721BFD03FB22}" destId="{D4995698-ACAA-4C07-8E4C-1E80F2E4DA58}" srcOrd="0" destOrd="0" presId="urn:microsoft.com/office/officeart/2018/2/layout/IconLabelList"/>
    <dgm:cxn modelId="{D2B2B2E5-5B3E-4D5C-A9ED-AFC1F8AB8AC3}" type="presOf" srcId="{96D7DA24-1453-47D3-8CDB-518379891E3D}" destId="{8EAB9565-8A2D-4242-932A-A3A9EFA5D455}" srcOrd="0" destOrd="0" presId="urn:microsoft.com/office/officeart/2018/2/layout/IconLabelList"/>
    <dgm:cxn modelId="{5341EBF8-42F5-4770-9D7B-5D7C32E639B6}" srcId="{198C5154-243F-466E-BD38-D1E7D013FF36}" destId="{43CA1BF0-263B-42F1-AB57-49F362C50AD3}" srcOrd="2" destOrd="0" parTransId="{EAA13664-5ADE-4B06-93AC-7430342D4AA7}" sibTransId="{DBD72042-AC39-47DB-B3CE-24594F3606F3}"/>
    <dgm:cxn modelId="{DA52FBB2-D906-4950-91C0-56B280846F9B}" type="presParOf" srcId="{75B619D3-6EC0-40F0-8ED7-128A5EE4DB58}" destId="{8979EE5C-F946-44B1-AE7E-E187B51A4F6B}" srcOrd="0" destOrd="0" presId="urn:microsoft.com/office/officeart/2018/2/layout/IconLabelList"/>
    <dgm:cxn modelId="{883D448D-8040-45A0-99A8-F258539A6165}" type="presParOf" srcId="{8979EE5C-F946-44B1-AE7E-E187B51A4F6B}" destId="{F36343CC-CAF3-4D73-9C88-78E74BF29767}" srcOrd="0" destOrd="0" presId="urn:microsoft.com/office/officeart/2018/2/layout/IconLabelList"/>
    <dgm:cxn modelId="{A1B95E36-0F76-4232-9E1E-CEF7A48CA52C}" type="presParOf" srcId="{8979EE5C-F946-44B1-AE7E-E187B51A4F6B}" destId="{FCA82A54-E1D5-4D64-B286-5D85DB933F37}" srcOrd="1" destOrd="0" presId="urn:microsoft.com/office/officeart/2018/2/layout/IconLabelList"/>
    <dgm:cxn modelId="{98DBE39B-AF30-4B95-B995-C4A332045CB8}" type="presParOf" srcId="{8979EE5C-F946-44B1-AE7E-E187B51A4F6B}" destId="{437E4849-5A99-45A2-B113-C151ABC96009}" srcOrd="2" destOrd="0" presId="urn:microsoft.com/office/officeart/2018/2/layout/IconLabelList"/>
    <dgm:cxn modelId="{226BE9A8-A467-4788-A4FE-E8129D3F6000}" type="presParOf" srcId="{75B619D3-6EC0-40F0-8ED7-128A5EE4DB58}" destId="{BDF2851A-AA70-427A-AF66-ACB127E3C8D1}" srcOrd="1" destOrd="0" presId="urn:microsoft.com/office/officeart/2018/2/layout/IconLabelList"/>
    <dgm:cxn modelId="{EC56E40F-90E2-4D3B-BE36-04C11D75FAD0}" type="presParOf" srcId="{75B619D3-6EC0-40F0-8ED7-128A5EE4DB58}" destId="{A949F545-5BD1-4F42-A88C-F9A38AC30197}" srcOrd="2" destOrd="0" presId="urn:microsoft.com/office/officeart/2018/2/layout/IconLabelList"/>
    <dgm:cxn modelId="{2E2669D6-79ED-4D4C-9761-7A02CD1478CF}" type="presParOf" srcId="{A949F545-5BD1-4F42-A88C-F9A38AC30197}" destId="{F2CC7DEE-EF93-4F54-A4EA-45B8026E756D}" srcOrd="0" destOrd="0" presId="urn:microsoft.com/office/officeart/2018/2/layout/IconLabelList"/>
    <dgm:cxn modelId="{FF85794F-2EA9-4A84-BD3B-D961AB819CDF}" type="presParOf" srcId="{A949F545-5BD1-4F42-A88C-F9A38AC30197}" destId="{27C9BA9E-468E-42F2-AA7B-38D2B7BCEC58}" srcOrd="1" destOrd="0" presId="urn:microsoft.com/office/officeart/2018/2/layout/IconLabelList"/>
    <dgm:cxn modelId="{D845DDC1-11EC-44A7-BC28-1FD34BA6A370}" type="presParOf" srcId="{A949F545-5BD1-4F42-A88C-F9A38AC30197}" destId="{8EAB9565-8A2D-4242-932A-A3A9EFA5D455}" srcOrd="2" destOrd="0" presId="urn:microsoft.com/office/officeart/2018/2/layout/IconLabelList"/>
    <dgm:cxn modelId="{3729E5FA-8DD3-4BD7-911A-9A5D4C919A92}" type="presParOf" srcId="{75B619D3-6EC0-40F0-8ED7-128A5EE4DB58}" destId="{59F6D8D8-9B8C-4F6F-9BCD-51B3191C5BEB}" srcOrd="3" destOrd="0" presId="urn:microsoft.com/office/officeart/2018/2/layout/IconLabelList"/>
    <dgm:cxn modelId="{1A807EDD-B094-403A-8D51-3E4629E852B5}" type="presParOf" srcId="{75B619D3-6EC0-40F0-8ED7-128A5EE4DB58}" destId="{80B269F8-1B0F-41B5-BA9F-A6072F1B537C}" srcOrd="4" destOrd="0" presId="urn:microsoft.com/office/officeart/2018/2/layout/IconLabelList"/>
    <dgm:cxn modelId="{93AE0DA0-0723-4BF6-8E27-4DD4A3A0E115}" type="presParOf" srcId="{80B269F8-1B0F-41B5-BA9F-A6072F1B537C}" destId="{CFFCE0E7-17B0-4A78-95D6-C1A7DE531B87}" srcOrd="0" destOrd="0" presId="urn:microsoft.com/office/officeart/2018/2/layout/IconLabelList"/>
    <dgm:cxn modelId="{2D2D2E9D-46F9-4B09-B2A5-903A31756698}" type="presParOf" srcId="{80B269F8-1B0F-41B5-BA9F-A6072F1B537C}" destId="{0B8910B7-9D46-4549-AE9A-B666C871998F}" srcOrd="1" destOrd="0" presId="urn:microsoft.com/office/officeart/2018/2/layout/IconLabelList"/>
    <dgm:cxn modelId="{E86CA33E-D88D-412A-86C6-1E6076DB264E}" type="presParOf" srcId="{80B269F8-1B0F-41B5-BA9F-A6072F1B537C}" destId="{E093E729-EE70-479C-BE59-18EC9151F26B}" srcOrd="2" destOrd="0" presId="urn:microsoft.com/office/officeart/2018/2/layout/IconLabelList"/>
    <dgm:cxn modelId="{055B35D8-037B-41F2-8A2A-0939BB2FE8C1}" type="presParOf" srcId="{75B619D3-6EC0-40F0-8ED7-128A5EE4DB58}" destId="{4A8CB013-91C6-4390-AD19-C3A9EDD1E4C5}" srcOrd="5" destOrd="0" presId="urn:microsoft.com/office/officeart/2018/2/layout/IconLabelList"/>
    <dgm:cxn modelId="{D3E1C563-8532-4031-9555-910D64A5C32E}" type="presParOf" srcId="{75B619D3-6EC0-40F0-8ED7-128A5EE4DB58}" destId="{2A6B33FD-7E7C-41BA-AFAC-83929540522D}" srcOrd="6" destOrd="0" presId="urn:microsoft.com/office/officeart/2018/2/layout/IconLabelList"/>
    <dgm:cxn modelId="{3BE35679-FA97-4482-8304-951C25888BF5}" type="presParOf" srcId="{2A6B33FD-7E7C-41BA-AFAC-83929540522D}" destId="{BBAEC38C-AAF4-424E-8336-CF5A53A0D62F}" srcOrd="0" destOrd="0" presId="urn:microsoft.com/office/officeart/2018/2/layout/IconLabelList"/>
    <dgm:cxn modelId="{0A9498A8-3D0C-4549-B26A-3607D7D6B31B}" type="presParOf" srcId="{2A6B33FD-7E7C-41BA-AFAC-83929540522D}" destId="{9BE4FCB5-551E-44FF-8F27-B089F0D0DDD7}" srcOrd="1" destOrd="0" presId="urn:microsoft.com/office/officeart/2018/2/layout/IconLabelList"/>
    <dgm:cxn modelId="{A99F159E-ECA5-4926-9D76-289891869C93}" type="presParOf" srcId="{2A6B33FD-7E7C-41BA-AFAC-83929540522D}" destId="{D4995698-ACAA-4C07-8E4C-1E80F2E4DA58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B87F3D0-0A53-4E2F-A02B-6F007278BF15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F7247FD-88ED-48E2-9FA9-C8FB2CE10E1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• User input → Intent + entity extraction</a:t>
          </a:r>
          <a:endParaRPr lang="en-US"/>
        </a:p>
      </dgm:t>
    </dgm:pt>
    <dgm:pt modelId="{6732D47E-3CB7-4D21-B43B-C5342AF0B55D}" type="parTrans" cxnId="{6E192AFB-0757-4307-805E-8FE631CBE7C3}">
      <dgm:prSet/>
      <dgm:spPr/>
      <dgm:t>
        <a:bodyPr/>
        <a:lstStyle/>
        <a:p>
          <a:endParaRPr lang="en-US"/>
        </a:p>
      </dgm:t>
    </dgm:pt>
    <dgm:pt modelId="{5D7C9E3B-19C6-4DE9-B393-8D2708D64189}" type="sibTrans" cxnId="{6E192AFB-0757-4307-805E-8FE631CBE7C3}">
      <dgm:prSet/>
      <dgm:spPr/>
      <dgm:t>
        <a:bodyPr/>
        <a:lstStyle/>
        <a:p>
          <a:endParaRPr lang="en-US"/>
        </a:p>
      </dgm:t>
    </dgm:pt>
    <dgm:pt modelId="{ED8CCE61-F872-479A-8C97-53E51C163E9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• Webhook sends request to Python backend</a:t>
          </a:r>
          <a:endParaRPr lang="en-US"/>
        </a:p>
      </dgm:t>
    </dgm:pt>
    <dgm:pt modelId="{02835D5B-E0C2-4A0F-9915-580F50907472}" type="parTrans" cxnId="{369CFDD1-4449-4AB6-BE1D-CE6F833B169A}">
      <dgm:prSet/>
      <dgm:spPr/>
      <dgm:t>
        <a:bodyPr/>
        <a:lstStyle/>
        <a:p>
          <a:endParaRPr lang="en-US"/>
        </a:p>
      </dgm:t>
    </dgm:pt>
    <dgm:pt modelId="{7270930D-D472-4DD1-936D-8460870DFFAB}" type="sibTrans" cxnId="{369CFDD1-4449-4AB6-BE1D-CE6F833B169A}">
      <dgm:prSet/>
      <dgm:spPr/>
      <dgm:t>
        <a:bodyPr/>
        <a:lstStyle/>
        <a:p>
          <a:endParaRPr lang="en-US"/>
        </a:p>
      </dgm:t>
    </dgm:pt>
    <dgm:pt modelId="{1B6FF3AF-A83F-4FF8-B7BE-FCEDF1D0B16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• AI logic generates personalized plan</a:t>
          </a:r>
          <a:endParaRPr lang="en-US"/>
        </a:p>
      </dgm:t>
    </dgm:pt>
    <dgm:pt modelId="{6A8550D3-8748-49B8-A9A2-ADF709242033}" type="parTrans" cxnId="{8BBAE52E-9B3F-48C8-8CC2-ADF344D324FA}">
      <dgm:prSet/>
      <dgm:spPr/>
      <dgm:t>
        <a:bodyPr/>
        <a:lstStyle/>
        <a:p>
          <a:endParaRPr lang="en-US"/>
        </a:p>
      </dgm:t>
    </dgm:pt>
    <dgm:pt modelId="{8F24780B-0A9B-41DC-A962-D8230C0C6B32}" type="sibTrans" cxnId="{8BBAE52E-9B3F-48C8-8CC2-ADF344D324FA}">
      <dgm:prSet/>
      <dgm:spPr/>
      <dgm:t>
        <a:bodyPr/>
        <a:lstStyle/>
        <a:p>
          <a:endParaRPr lang="en-US"/>
        </a:p>
      </dgm:t>
    </dgm:pt>
    <dgm:pt modelId="{888549B4-4FFB-4738-9B25-3883ADFFCC7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• Response sent back to user in chat</a:t>
          </a:r>
          <a:endParaRPr lang="en-US"/>
        </a:p>
      </dgm:t>
    </dgm:pt>
    <dgm:pt modelId="{9A565EB7-0D86-4F64-A823-DAB9C159E078}" type="parTrans" cxnId="{CE4F8C00-00EA-4654-9998-4D102B424FC8}">
      <dgm:prSet/>
      <dgm:spPr/>
      <dgm:t>
        <a:bodyPr/>
        <a:lstStyle/>
        <a:p>
          <a:endParaRPr lang="en-US"/>
        </a:p>
      </dgm:t>
    </dgm:pt>
    <dgm:pt modelId="{4C934684-3ED7-4390-BAA9-7C0975D36D21}" type="sibTrans" cxnId="{CE4F8C00-00EA-4654-9998-4D102B424FC8}">
      <dgm:prSet/>
      <dgm:spPr/>
      <dgm:t>
        <a:bodyPr/>
        <a:lstStyle/>
        <a:p>
          <a:endParaRPr lang="en-US"/>
        </a:p>
      </dgm:t>
    </dgm:pt>
    <dgm:pt modelId="{188B2970-48C5-4D3E-889F-66CF159EDB99}" type="pres">
      <dgm:prSet presAssocID="{6B87F3D0-0A53-4E2F-A02B-6F007278BF15}" presName="root" presStyleCnt="0">
        <dgm:presLayoutVars>
          <dgm:dir/>
          <dgm:resizeHandles val="exact"/>
        </dgm:presLayoutVars>
      </dgm:prSet>
      <dgm:spPr/>
    </dgm:pt>
    <dgm:pt modelId="{3E47B7B5-5F31-4657-8646-36446F8847F3}" type="pres">
      <dgm:prSet presAssocID="{6F7247FD-88ED-48E2-9FA9-C8FB2CE10E11}" presName="compNode" presStyleCnt="0"/>
      <dgm:spPr/>
    </dgm:pt>
    <dgm:pt modelId="{DDBA871D-97C3-4F7A-BCAA-B5DE9A881EFC}" type="pres">
      <dgm:prSet presAssocID="{6F7247FD-88ED-48E2-9FA9-C8FB2CE10E1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BDAC0ABA-5C92-4DF6-A45E-33F4D4416A51}" type="pres">
      <dgm:prSet presAssocID="{6F7247FD-88ED-48E2-9FA9-C8FB2CE10E11}" presName="spaceRect" presStyleCnt="0"/>
      <dgm:spPr/>
    </dgm:pt>
    <dgm:pt modelId="{A91FA824-E26C-4B30-802D-B63E965C1985}" type="pres">
      <dgm:prSet presAssocID="{6F7247FD-88ED-48E2-9FA9-C8FB2CE10E11}" presName="textRect" presStyleLbl="revTx" presStyleIdx="0" presStyleCnt="4">
        <dgm:presLayoutVars>
          <dgm:chMax val="1"/>
          <dgm:chPref val="1"/>
        </dgm:presLayoutVars>
      </dgm:prSet>
      <dgm:spPr/>
    </dgm:pt>
    <dgm:pt modelId="{80565EDB-0244-4894-B272-821F36DB8EB7}" type="pres">
      <dgm:prSet presAssocID="{5D7C9E3B-19C6-4DE9-B393-8D2708D64189}" presName="sibTrans" presStyleCnt="0"/>
      <dgm:spPr/>
    </dgm:pt>
    <dgm:pt modelId="{211B8911-44D7-4D9E-9F58-35FF4721EA21}" type="pres">
      <dgm:prSet presAssocID="{ED8CCE61-F872-479A-8C97-53E51C163E98}" presName="compNode" presStyleCnt="0"/>
      <dgm:spPr/>
    </dgm:pt>
    <dgm:pt modelId="{F2180372-FA94-46D4-810E-472F38CBA0A1}" type="pres">
      <dgm:prSet presAssocID="{ED8CCE61-F872-479A-8C97-53E51C163E9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1B6AEDC4-EE79-4349-BE73-8024889A1E39}" type="pres">
      <dgm:prSet presAssocID="{ED8CCE61-F872-479A-8C97-53E51C163E98}" presName="spaceRect" presStyleCnt="0"/>
      <dgm:spPr/>
    </dgm:pt>
    <dgm:pt modelId="{A506B918-787E-4B22-B483-B2E4CACCDB20}" type="pres">
      <dgm:prSet presAssocID="{ED8CCE61-F872-479A-8C97-53E51C163E98}" presName="textRect" presStyleLbl="revTx" presStyleIdx="1" presStyleCnt="4">
        <dgm:presLayoutVars>
          <dgm:chMax val="1"/>
          <dgm:chPref val="1"/>
        </dgm:presLayoutVars>
      </dgm:prSet>
      <dgm:spPr/>
    </dgm:pt>
    <dgm:pt modelId="{DADCE8A4-59E0-4E64-AAA5-14DC6EC00713}" type="pres">
      <dgm:prSet presAssocID="{7270930D-D472-4DD1-936D-8460870DFFAB}" presName="sibTrans" presStyleCnt="0"/>
      <dgm:spPr/>
    </dgm:pt>
    <dgm:pt modelId="{B62A9012-102A-4C43-83A9-2B9BB5D18076}" type="pres">
      <dgm:prSet presAssocID="{1B6FF3AF-A83F-4FF8-B7BE-FCEDF1D0B169}" presName="compNode" presStyleCnt="0"/>
      <dgm:spPr/>
    </dgm:pt>
    <dgm:pt modelId="{A7D148BA-DF97-42D4-BA89-4E90A75DB997}" type="pres">
      <dgm:prSet presAssocID="{1B6FF3AF-A83F-4FF8-B7BE-FCEDF1D0B16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2D10BF87-137E-4FF0-9B71-6C07409EB3A0}" type="pres">
      <dgm:prSet presAssocID="{1B6FF3AF-A83F-4FF8-B7BE-FCEDF1D0B169}" presName="spaceRect" presStyleCnt="0"/>
      <dgm:spPr/>
    </dgm:pt>
    <dgm:pt modelId="{1812DA89-4DE1-4898-AF13-67E6ADE615D5}" type="pres">
      <dgm:prSet presAssocID="{1B6FF3AF-A83F-4FF8-B7BE-FCEDF1D0B169}" presName="textRect" presStyleLbl="revTx" presStyleIdx="2" presStyleCnt="4">
        <dgm:presLayoutVars>
          <dgm:chMax val="1"/>
          <dgm:chPref val="1"/>
        </dgm:presLayoutVars>
      </dgm:prSet>
      <dgm:spPr/>
    </dgm:pt>
    <dgm:pt modelId="{CBEEE497-16CD-4C63-B16A-E6ED779CFCD8}" type="pres">
      <dgm:prSet presAssocID="{8F24780B-0A9B-41DC-A962-D8230C0C6B32}" presName="sibTrans" presStyleCnt="0"/>
      <dgm:spPr/>
    </dgm:pt>
    <dgm:pt modelId="{D0A44388-C09A-48F7-8AD7-3E0350DC1005}" type="pres">
      <dgm:prSet presAssocID="{888549B4-4FFB-4738-9B25-3883ADFFCC7E}" presName="compNode" presStyleCnt="0"/>
      <dgm:spPr/>
    </dgm:pt>
    <dgm:pt modelId="{458A223D-08C2-4714-9855-6D5FBF7A9AD3}" type="pres">
      <dgm:prSet presAssocID="{888549B4-4FFB-4738-9B25-3883ADFFCC7E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peech"/>
        </a:ext>
      </dgm:extLst>
    </dgm:pt>
    <dgm:pt modelId="{054A127E-F8CA-40A7-8BC3-B2F0305CB01A}" type="pres">
      <dgm:prSet presAssocID="{888549B4-4FFB-4738-9B25-3883ADFFCC7E}" presName="spaceRect" presStyleCnt="0"/>
      <dgm:spPr/>
    </dgm:pt>
    <dgm:pt modelId="{48BAFB3B-4CA5-433F-A476-BA5756614CA0}" type="pres">
      <dgm:prSet presAssocID="{888549B4-4FFB-4738-9B25-3883ADFFCC7E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CE4F8C00-00EA-4654-9998-4D102B424FC8}" srcId="{6B87F3D0-0A53-4E2F-A02B-6F007278BF15}" destId="{888549B4-4FFB-4738-9B25-3883ADFFCC7E}" srcOrd="3" destOrd="0" parTransId="{9A565EB7-0D86-4F64-A823-DAB9C159E078}" sibTransId="{4C934684-3ED7-4390-BAA9-7C0975D36D21}"/>
    <dgm:cxn modelId="{8BBAE52E-9B3F-48C8-8CC2-ADF344D324FA}" srcId="{6B87F3D0-0A53-4E2F-A02B-6F007278BF15}" destId="{1B6FF3AF-A83F-4FF8-B7BE-FCEDF1D0B169}" srcOrd="2" destOrd="0" parTransId="{6A8550D3-8748-49B8-A9A2-ADF709242033}" sibTransId="{8F24780B-0A9B-41DC-A962-D8230C0C6B32}"/>
    <dgm:cxn modelId="{CB03ED2F-02FB-492F-BED8-7CE9F3683721}" type="presOf" srcId="{6F7247FD-88ED-48E2-9FA9-C8FB2CE10E11}" destId="{A91FA824-E26C-4B30-802D-B63E965C1985}" srcOrd="0" destOrd="0" presId="urn:microsoft.com/office/officeart/2018/2/layout/IconLabelList"/>
    <dgm:cxn modelId="{C1207534-7976-4403-8556-B4F1D3C9A505}" type="presOf" srcId="{1B6FF3AF-A83F-4FF8-B7BE-FCEDF1D0B169}" destId="{1812DA89-4DE1-4898-AF13-67E6ADE615D5}" srcOrd="0" destOrd="0" presId="urn:microsoft.com/office/officeart/2018/2/layout/IconLabelList"/>
    <dgm:cxn modelId="{F8AF134B-0504-4376-A0DF-C81F4A1D7CF4}" type="presOf" srcId="{ED8CCE61-F872-479A-8C97-53E51C163E98}" destId="{A506B918-787E-4B22-B483-B2E4CACCDB20}" srcOrd="0" destOrd="0" presId="urn:microsoft.com/office/officeart/2018/2/layout/IconLabelList"/>
    <dgm:cxn modelId="{404B50A3-3E39-4E54-81BA-B21401C61568}" type="presOf" srcId="{6B87F3D0-0A53-4E2F-A02B-6F007278BF15}" destId="{188B2970-48C5-4D3E-889F-66CF159EDB99}" srcOrd="0" destOrd="0" presId="urn:microsoft.com/office/officeart/2018/2/layout/IconLabelList"/>
    <dgm:cxn modelId="{286C06AD-2D85-4314-BA3E-95AB5291C88D}" type="presOf" srcId="{888549B4-4FFB-4738-9B25-3883ADFFCC7E}" destId="{48BAFB3B-4CA5-433F-A476-BA5756614CA0}" srcOrd="0" destOrd="0" presId="urn:microsoft.com/office/officeart/2018/2/layout/IconLabelList"/>
    <dgm:cxn modelId="{369CFDD1-4449-4AB6-BE1D-CE6F833B169A}" srcId="{6B87F3D0-0A53-4E2F-A02B-6F007278BF15}" destId="{ED8CCE61-F872-479A-8C97-53E51C163E98}" srcOrd="1" destOrd="0" parTransId="{02835D5B-E0C2-4A0F-9915-580F50907472}" sibTransId="{7270930D-D472-4DD1-936D-8460870DFFAB}"/>
    <dgm:cxn modelId="{6E192AFB-0757-4307-805E-8FE631CBE7C3}" srcId="{6B87F3D0-0A53-4E2F-A02B-6F007278BF15}" destId="{6F7247FD-88ED-48E2-9FA9-C8FB2CE10E11}" srcOrd="0" destOrd="0" parTransId="{6732D47E-3CB7-4D21-B43B-C5342AF0B55D}" sibTransId="{5D7C9E3B-19C6-4DE9-B393-8D2708D64189}"/>
    <dgm:cxn modelId="{AA5EA6DB-933C-4573-826D-177540E0C93B}" type="presParOf" srcId="{188B2970-48C5-4D3E-889F-66CF159EDB99}" destId="{3E47B7B5-5F31-4657-8646-36446F8847F3}" srcOrd="0" destOrd="0" presId="urn:microsoft.com/office/officeart/2018/2/layout/IconLabelList"/>
    <dgm:cxn modelId="{D555FC07-BD88-437F-A4ED-8123BDDE796B}" type="presParOf" srcId="{3E47B7B5-5F31-4657-8646-36446F8847F3}" destId="{DDBA871D-97C3-4F7A-BCAA-B5DE9A881EFC}" srcOrd="0" destOrd="0" presId="urn:microsoft.com/office/officeart/2018/2/layout/IconLabelList"/>
    <dgm:cxn modelId="{775F055C-71C4-42F1-B1D5-3B1148B0739A}" type="presParOf" srcId="{3E47B7B5-5F31-4657-8646-36446F8847F3}" destId="{BDAC0ABA-5C92-4DF6-A45E-33F4D4416A51}" srcOrd="1" destOrd="0" presId="urn:microsoft.com/office/officeart/2018/2/layout/IconLabelList"/>
    <dgm:cxn modelId="{057BC7EE-2315-463E-BFEB-FB280083ADD4}" type="presParOf" srcId="{3E47B7B5-5F31-4657-8646-36446F8847F3}" destId="{A91FA824-E26C-4B30-802D-B63E965C1985}" srcOrd="2" destOrd="0" presId="urn:microsoft.com/office/officeart/2018/2/layout/IconLabelList"/>
    <dgm:cxn modelId="{F0903143-C71D-4B0E-B419-6B70C125846D}" type="presParOf" srcId="{188B2970-48C5-4D3E-889F-66CF159EDB99}" destId="{80565EDB-0244-4894-B272-821F36DB8EB7}" srcOrd="1" destOrd="0" presId="urn:microsoft.com/office/officeart/2018/2/layout/IconLabelList"/>
    <dgm:cxn modelId="{CD53E1C5-A481-4D47-956A-42F173DA957F}" type="presParOf" srcId="{188B2970-48C5-4D3E-889F-66CF159EDB99}" destId="{211B8911-44D7-4D9E-9F58-35FF4721EA21}" srcOrd="2" destOrd="0" presId="urn:microsoft.com/office/officeart/2018/2/layout/IconLabelList"/>
    <dgm:cxn modelId="{958E518F-7ED4-4C02-8D56-CF025BFE8923}" type="presParOf" srcId="{211B8911-44D7-4D9E-9F58-35FF4721EA21}" destId="{F2180372-FA94-46D4-810E-472F38CBA0A1}" srcOrd="0" destOrd="0" presId="urn:microsoft.com/office/officeart/2018/2/layout/IconLabelList"/>
    <dgm:cxn modelId="{2A7EC9A3-7A28-4D70-938D-C8DC186C55ED}" type="presParOf" srcId="{211B8911-44D7-4D9E-9F58-35FF4721EA21}" destId="{1B6AEDC4-EE79-4349-BE73-8024889A1E39}" srcOrd="1" destOrd="0" presId="urn:microsoft.com/office/officeart/2018/2/layout/IconLabelList"/>
    <dgm:cxn modelId="{19DC7ED1-D248-4D1F-ABF7-4D41BE4A3BBD}" type="presParOf" srcId="{211B8911-44D7-4D9E-9F58-35FF4721EA21}" destId="{A506B918-787E-4B22-B483-B2E4CACCDB20}" srcOrd="2" destOrd="0" presId="urn:microsoft.com/office/officeart/2018/2/layout/IconLabelList"/>
    <dgm:cxn modelId="{1F48A340-BB12-4C38-916A-0B2AB8CC736C}" type="presParOf" srcId="{188B2970-48C5-4D3E-889F-66CF159EDB99}" destId="{DADCE8A4-59E0-4E64-AAA5-14DC6EC00713}" srcOrd="3" destOrd="0" presId="urn:microsoft.com/office/officeart/2018/2/layout/IconLabelList"/>
    <dgm:cxn modelId="{B7F47B58-D35C-42AD-A724-EC3C87EB9E78}" type="presParOf" srcId="{188B2970-48C5-4D3E-889F-66CF159EDB99}" destId="{B62A9012-102A-4C43-83A9-2B9BB5D18076}" srcOrd="4" destOrd="0" presId="urn:microsoft.com/office/officeart/2018/2/layout/IconLabelList"/>
    <dgm:cxn modelId="{A4F1BC5F-163B-4E29-83C2-95DE137B39A8}" type="presParOf" srcId="{B62A9012-102A-4C43-83A9-2B9BB5D18076}" destId="{A7D148BA-DF97-42D4-BA89-4E90A75DB997}" srcOrd="0" destOrd="0" presId="urn:microsoft.com/office/officeart/2018/2/layout/IconLabelList"/>
    <dgm:cxn modelId="{22324D84-7F23-45C5-ABFA-F0EA03B8B3DD}" type="presParOf" srcId="{B62A9012-102A-4C43-83A9-2B9BB5D18076}" destId="{2D10BF87-137E-4FF0-9B71-6C07409EB3A0}" srcOrd="1" destOrd="0" presId="urn:microsoft.com/office/officeart/2018/2/layout/IconLabelList"/>
    <dgm:cxn modelId="{A5178D6C-8F99-4026-A485-FA702508F20C}" type="presParOf" srcId="{B62A9012-102A-4C43-83A9-2B9BB5D18076}" destId="{1812DA89-4DE1-4898-AF13-67E6ADE615D5}" srcOrd="2" destOrd="0" presId="urn:microsoft.com/office/officeart/2018/2/layout/IconLabelList"/>
    <dgm:cxn modelId="{FB6FC0CE-0440-44A8-8006-87CEF9A59E8A}" type="presParOf" srcId="{188B2970-48C5-4D3E-889F-66CF159EDB99}" destId="{CBEEE497-16CD-4C63-B16A-E6ED779CFCD8}" srcOrd="5" destOrd="0" presId="urn:microsoft.com/office/officeart/2018/2/layout/IconLabelList"/>
    <dgm:cxn modelId="{B06EC4D2-593A-485A-91F0-BBE50ABDEB31}" type="presParOf" srcId="{188B2970-48C5-4D3E-889F-66CF159EDB99}" destId="{D0A44388-C09A-48F7-8AD7-3E0350DC1005}" srcOrd="6" destOrd="0" presId="urn:microsoft.com/office/officeart/2018/2/layout/IconLabelList"/>
    <dgm:cxn modelId="{98E2181A-B72D-47D3-A8D6-4FAE5F1C2A14}" type="presParOf" srcId="{D0A44388-C09A-48F7-8AD7-3E0350DC1005}" destId="{458A223D-08C2-4714-9855-6D5FBF7A9AD3}" srcOrd="0" destOrd="0" presId="urn:microsoft.com/office/officeart/2018/2/layout/IconLabelList"/>
    <dgm:cxn modelId="{6B6FE7E7-EA20-4AE7-9870-D10BBDE9FD32}" type="presParOf" srcId="{D0A44388-C09A-48F7-8AD7-3E0350DC1005}" destId="{054A127E-F8CA-40A7-8BC3-B2F0305CB01A}" srcOrd="1" destOrd="0" presId="urn:microsoft.com/office/officeart/2018/2/layout/IconLabelList"/>
    <dgm:cxn modelId="{95D8542B-8F28-417E-B08D-1D6884BD4AAB}" type="presParOf" srcId="{D0A44388-C09A-48F7-8AD7-3E0350DC1005}" destId="{48BAFB3B-4CA5-433F-A476-BA5756614CA0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96B77A6-1109-4D50-B6C6-720D8FDA8608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C5DDBFB-D79E-44F6-B940-44B36020A05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• Read days, diet type, preferences</a:t>
          </a:r>
          <a:endParaRPr lang="en-US"/>
        </a:p>
      </dgm:t>
    </dgm:pt>
    <dgm:pt modelId="{2FD7DC80-05CB-421D-AEEB-84B408725E0F}" type="parTrans" cxnId="{EF5E14FB-5396-473E-A908-BF09D2CD93BA}">
      <dgm:prSet/>
      <dgm:spPr/>
      <dgm:t>
        <a:bodyPr/>
        <a:lstStyle/>
        <a:p>
          <a:endParaRPr lang="en-US"/>
        </a:p>
      </dgm:t>
    </dgm:pt>
    <dgm:pt modelId="{A2C3D64B-40A1-4E1E-A6C0-F26B200050B8}" type="sibTrans" cxnId="{EF5E14FB-5396-473E-A908-BF09D2CD93BA}">
      <dgm:prSet/>
      <dgm:spPr/>
      <dgm:t>
        <a:bodyPr/>
        <a:lstStyle/>
        <a:p>
          <a:endParaRPr lang="en-US"/>
        </a:p>
      </dgm:t>
    </dgm:pt>
    <dgm:pt modelId="{F437C12F-B5E8-48C5-9100-943AD45E342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• Call Spoonacular API OR fallback</a:t>
          </a:r>
          <a:endParaRPr lang="en-US"/>
        </a:p>
      </dgm:t>
    </dgm:pt>
    <dgm:pt modelId="{9A1136DC-C1AB-4C7E-8CD9-B6EF6A2CEF89}" type="parTrans" cxnId="{DC5920CF-3C0F-45CF-97D4-AD27186E1910}">
      <dgm:prSet/>
      <dgm:spPr/>
      <dgm:t>
        <a:bodyPr/>
        <a:lstStyle/>
        <a:p>
          <a:endParaRPr lang="en-US"/>
        </a:p>
      </dgm:t>
    </dgm:pt>
    <dgm:pt modelId="{E97C7C54-F26D-4B0C-B14E-C2F8E8A88104}" type="sibTrans" cxnId="{DC5920CF-3C0F-45CF-97D4-AD27186E1910}">
      <dgm:prSet/>
      <dgm:spPr/>
      <dgm:t>
        <a:bodyPr/>
        <a:lstStyle/>
        <a:p>
          <a:endParaRPr lang="en-US"/>
        </a:p>
      </dgm:t>
    </dgm:pt>
    <dgm:pt modelId="{AA27504D-712D-412F-91B5-4874543AAFE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• Generate meals + prep time + grocery lists</a:t>
          </a:r>
          <a:endParaRPr lang="en-US"/>
        </a:p>
      </dgm:t>
    </dgm:pt>
    <dgm:pt modelId="{87869ED1-CED9-4205-A5EA-51431156A402}" type="parTrans" cxnId="{14F415B9-F1D5-4101-8F0C-B12D3E794405}">
      <dgm:prSet/>
      <dgm:spPr/>
      <dgm:t>
        <a:bodyPr/>
        <a:lstStyle/>
        <a:p>
          <a:endParaRPr lang="en-US"/>
        </a:p>
      </dgm:t>
    </dgm:pt>
    <dgm:pt modelId="{002A881F-8785-4185-85F6-0FEA087CDCDB}" type="sibTrans" cxnId="{14F415B9-F1D5-4101-8F0C-B12D3E794405}">
      <dgm:prSet/>
      <dgm:spPr/>
      <dgm:t>
        <a:bodyPr/>
        <a:lstStyle/>
        <a:p>
          <a:endParaRPr lang="en-US"/>
        </a:p>
      </dgm:t>
    </dgm:pt>
    <dgm:pt modelId="{7E73A401-A4DD-4240-B53D-8B7A8C11FE0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• Send formatted response back to chatbot</a:t>
          </a:r>
          <a:endParaRPr lang="en-US"/>
        </a:p>
      </dgm:t>
    </dgm:pt>
    <dgm:pt modelId="{2816F9E5-4F28-4822-B180-4169CD325D61}" type="parTrans" cxnId="{3B0A3191-39CE-443C-98A3-4F0AB7C255DD}">
      <dgm:prSet/>
      <dgm:spPr/>
      <dgm:t>
        <a:bodyPr/>
        <a:lstStyle/>
        <a:p>
          <a:endParaRPr lang="en-US"/>
        </a:p>
      </dgm:t>
    </dgm:pt>
    <dgm:pt modelId="{AF716EA1-308F-4CF2-8814-C13CC32736F8}" type="sibTrans" cxnId="{3B0A3191-39CE-443C-98A3-4F0AB7C255DD}">
      <dgm:prSet/>
      <dgm:spPr/>
      <dgm:t>
        <a:bodyPr/>
        <a:lstStyle/>
        <a:p>
          <a:endParaRPr lang="en-US"/>
        </a:p>
      </dgm:t>
    </dgm:pt>
    <dgm:pt modelId="{1E596218-CBCD-4946-AEAD-4784EB8F268B}" type="pres">
      <dgm:prSet presAssocID="{796B77A6-1109-4D50-B6C6-720D8FDA8608}" presName="root" presStyleCnt="0">
        <dgm:presLayoutVars>
          <dgm:dir/>
          <dgm:resizeHandles val="exact"/>
        </dgm:presLayoutVars>
      </dgm:prSet>
      <dgm:spPr/>
    </dgm:pt>
    <dgm:pt modelId="{01EE34F4-E5DF-4586-B3D9-0D24FBEE7FA2}" type="pres">
      <dgm:prSet presAssocID="{6C5DDBFB-D79E-44F6-B940-44B36020A054}" presName="compNode" presStyleCnt="0"/>
      <dgm:spPr/>
    </dgm:pt>
    <dgm:pt modelId="{9619350C-2B6E-4A37-AD1A-B0D61DE62E09}" type="pres">
      <dgm:prSet presAssocID="{6C5DDBFB-D79E-44F6-B940-44B36020A05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60DE4C37-1932-40E7-9E41-6C414C7E9C3F}" type="pres">
      <dgm:prSet presAssocID="{6C5DDBFB-D79E-44F6-B940-44B36020A054}" presName="spaceRect" presStyleCnt="0"/>
      <dgm:spPr/>
    </dgm:pt>
    <dgm:pt modelId="{4B52A69E-2DE1-4C30-86C5-E852BA5D50FA}" type="pres">
      <dgm:prSet presAssocID="{6C5DDBFB-D79E-44F6-B940-44B36020A054}" presName="textRect" presStyleLbl="revTx" presStyleIdx="0" presStyleCnt="4">
        <dgm:presLayoutVars>
          <dgm:chMax val="1"/>
          <dgm:chPref val="1"/>
        </dgm:presLayoutVars>
      </dgm:prSet>
      <dgm:spPr/>
    </dgm:pt>
    <dgm:pt modelId="{C1F847BF-3C3D-4C27-9D45-EBA690D210C8}" type="pres">
      <dgm:prSet presAssocID="{A2C3D64B-40A1-4E1E-A6C0-F26B200050B8}" presName="sibTrans" presStyleCnt="0"/>
      <dgm:spPr/>
    </dgm:pt>
    <dgm:pt modelId="{28408313-86DC-408E-966D-0C3E26F2BF0C}" type="pres">
      <dgm:prSet presAssocID="{F437C12F-B5E8-48C5-9100-943AD45E3423}" presName="compNode" presStyleCnt="0"/>
      <dgm:spPr/>
    </dgm:pt>
    <dgm:pt modelId="{C202F3D8-88FE-44B3-B595-65D66C858367}" type="pres">
      <dgm:prSet presAssocID="{F437C12F-B5E8-48C5-9100-943AD45E342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89D5B45B-5405-4F02-BCE7-034535984AC0}" type="pres">
      <dgm:prSet presAssocID="{F437C12F-B5E8-48C5-9100-943AD45E3423}" presName="spaceRect" presStyleCnt="0"/>
      <dgm:spPr/>
    </dgm:pt>
    <dgm:pt modelId="{16C24B2D-62FA-4153-9C70-8F81662117B5}" type="pres">
      <dgm:prSet presAssocID="{F437C12F-B5E8-48C5-9100-943AD45E3423}" presName="textRect" presStyleLbl="revTx" presStyleIdx="1" presStyleCnt="4">
        <dgm:presLayoutVars>
          <dgm:chMax val="1"/>
          <dgm:chPref val="1"/>
        </dgm:presLayoutVars>
      </dgm:prSet>
      <dgm:spPr/>
    </dgm:pt>
    <dgm:pt modelId="{50A2D6D8-7154-4A00-89C4-16483378B01E}" type="pres">
      <dgm:prSet presAssocID="{E97C7C54-F26D-4B0C-B14E-C2F8E8A88104}" presName="sibTrans" presStyleCnt="0"/>
      <dgm:spPr/>
    </dgm:pt>
    <dgm:pt modelId="{1A0E9EDB-5F9E-4A4F-9AA8-D030639D7170}" type="pres">
      <dgm:prSet presAssocID="{AA27504D-712D-412F-91B5-4874543AAFED}" presName="compNode" presStyleCnt="0"/>
      <dgm:spPr/>
    </dgm:pt>
    <dgm:pt modelId="{8322AB9E-9BFE-47FB-B088-541799D086A8}" type="pres">
      <dgm:prSet presAssocID="{AA27504D-712D-412F-91B5-4874543AAFE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asta"/>
        </a:ext>
      </dgm:extLst>
    </dgm:pt>
    <dgm:pt modelId="{60206E0A-E08C-496C-B21D-C7F7EA8C250C}" type="pres">
      <dgm:prSet presAssocID="{AA27504D-712D-412F-91B5-4874543AAFED}" presName="spaceRect" presStyleCnt="0"/>
      <dgm:spPr/>
    </dgm:pt>
    <dgm:pt modelId="{BC6BA341-AACF-4E70-9FC2-0022EC7DFD9F}" type="pres">
      <dgm:prSet presAssocID="{AA27504D-712D-412F-91B5-4874543AAFED}" presName="textRect" presStyleLbl="revTx" presStyleIdx="2" presStyleCnt="4">
        <dgm:presLayoutVars>
          <dgm:chMax val="1"/>
          <dgm:chPref val="1"/>
        </dgm:presLayoutVars>
      </dgm:prSet>
      <dgm:spPr/>
    </dgm:pt>
    <dgm:pt modelId="{BD03CEFE-AFD8-4AC7-A99D-62B61B480BE0}" type="pres">
      <dgm:prSet presAssocID="{002A881F-8785-4185-85F6-0FEA087CDCDB}" presName="sibTrans" presStyleCnt="0"/>
      <dgm:spPr/>
    </dgm:pt>
    <dgm:pt modelId="{35CFB7F0-268A-44DF-9E98-6B5379092955}" type="pres">
      <dgm:prSet presAssocID="{7E73A401-A4DD-4240-B53D-8B7A8C11FE02}" presName="compNode" presStyleCnt="0"/>
      <dgm:spPr/>
    </dgm:pt>
    <dgm:pt modelId="{1F73648C-E9AC-4AE6-A502-19264B781B9A}" type="pres">
      <dgm:prSet presAssocID="{7E73A401-A4DD-4240-B53D-8B7A8C11FE0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nd"/>
        </a:ext>
      </dgm:extLst>
    </dgm:pt>
    <dgm:pt modelId="{56F82E5A-0B5A-4BC7-8B64-CE7BD3CFFA7D}" type="pres">
      <dgm:prSet presAssocID="{7E73A401-A4DD-4240-B53D-8B7A8C11FE02}" presName="spaceRect" presStyleCnt="0"/>
      <dgm:spPr/>
    </dgm:pt>
    <dgm:pt modelId="{C90F60BC-186B-497F-A5A3-2E69BD0783C0}" type="pres">
      <dgm:prSet presAssocID="{7E73A401-A4DD-4240-B53D-8B7A8C11FE02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603E6358-AB34-4BA3-80E3-6DC57BB7AAD6}" type="presOf" srcId="{F437C12F-B5E8-48C5-9100-943AD45E3423}" destId="{16C24B2D-62FA-4153-9C70-8F81662117B5}" srcOrd="0" destOrd="0" presId="urn:microsoft.com/office/officeart/2018/2/layout/IconLabelList"/>
    <dgm:cxn modelId="{54C1648A-D716-478F-81A4-4442F987D15E}" type="presOf" srcId="{7E73A401-A4DD-4240-B53D-8B7A8C11FE02}" destId="{C90F60BC-186B-497F-A5A3-2E69BD0783C0}" srcOrd="0" destOrd="0" presId="urn:microsoft.com/office/officeart/2018/2/layout/IconLabelList"/>
    <dgm:cxn modelId="{3B0A3191-39CE-443C-98A3-4F0AB7C255DD}" srcId="{796B77A6-1109-4D50-B6C6-720D8FDA8608}" destId="{7E73A401-A4DD-4240-B53D-8B7A8C11FE02}" srcOrd="3" destOrd="0" parTransId="{2816F9E5-4F28-4822-B180-4169CD325D61}" sibTransId="{AF716EA1-308F-4CF2-8814-C13CC32736F8}"/>
    <dgm:cxn modelId="{14F415B9-F1D5-4101-8F0C-B12D3E794405}" srcId="{796B77A6-1109-4D50-B6C6-720D8FDA8608}" destId="{AA27504D-712D-412F-91B5-4874543AAFED}" srcOrd="2" destOrd="0" parTransId="{87869ED1-CED9-4205-A5EA-51431156A402}" sibTransId="{002A881F-8785-4185-85F6-0FEA087CDCDB}"/>
    <dgm:cxn modelId="{DC5920CF-3C0F-45CF-97D4-AD27186E1910}" srcId="{796B77A6-1109-4D50-B6C6-720D8FDA8608}" destId="{F437C12F-B5E8-48C5-9100-943AD45E3423}" srcOrd="1" destOrd="0" parTransId="{9A1136DC-C1AB-4C7E-8CD9-B6EF6A2CEF89}" sibTransId="{E97C7C54-F26D-4B0C-B14E-C2F8E8A88104}"/>
    <dgm:cxn modelId="{2E9D98D3-0BF3-4DEB-B0DC-7E94ACF5D9B4}" type="presOf" srcId="{AA27504D-712D-412F-91B5-4874543AAFED}" destId="{BC6BA341-AACF-4E70-9FC2-0022EC7DFD9F}" srcOrd="0" destOrd="0" presId="urn:microsoft.com/office/officeart/2018/2/layout/IconLabelList"/>
    <dgm:cxn modelId="{A04B62F8-E25D-4F5A-B9FF-1E33E09F3934}" type="presOf" srcId="{796B77A6-1109-4D50-B6C6-720D8FDA8608}" destId="{1E596218-CBCD-4946-AEAD-4784EB8F268B}" srcOrd="0" destOrd="0" presId="urn:microsoft.com/office/officeart/2018/2/layout/IconLabelList"/>
    <dgm:cxn modelId="{ABCAFCF9-A60B-4031-8065-7FBCC8B36879}" type="presOf" srcId="{6C5DDBFB-D79E-44F6-B940-44B36020A054}" destId="{4B52A69E-2DE1-4C30-86C5-E852BA5D50FA}" srcOrd="0" destOrd="0" presId="urn:microsoft.com/office/officeart/2018/2/layout/IconLabelList"/>
    <dgm:cxn modelId="{EF5E14FB-5396-473E-A908-BF09D2CD93BA}" srcId="{796B77A6-1109-4D50-B6C6-720D8FDA8608}" destId="{6C5DDBFB-D79E-44F6-B940-44B36020A054}" srcOrd="0" destOrd="0" parTransId="{2FD7DC80-05CB-421D-AEEB-84B408725E0F}" sibTransId="{A2C3D64B-40A1-4E1E-A6C0-F26B200050B8}"/>
    <dgm:cxn modelId="{044C7188-2A82-4CDA-8A69-141C173AB474}" type="presParOf" srcId="{1E596218-CBCD-4946-AEAD-4784EB8F268B}" destId="{01EE34F4-E5DF-4586-B3D9-0D24FBEE7FA2}" srcOrd="0" destOrd="0" presId="urn:microsoft.com/office/officeart/2018/2/layout/IconLabelList"/>
    <dgm:cxn modelId="{48520370-22B2-413B-8F2C-21F2E4FB8B60}" type="presParOf" srcId="{01EE34F4-E5DF-4586-B3D9-0D24FBEE7FA2}" destId="{9619350C-2B6E-4A37-AD1A-B0D61DE62E09}" srcOrd="0" destOrd="0" presId="urn:microsoft.com/office/officeart/2018/2/layout/IconLabelList"/>
    <dgm:cxn modelId="{C44E5CC0-EE9D-4271-8657-04F5F1882123}" type="presParOf" srcId="{01EE34F4-E5DF-4586-B3D9-0D24FBEE7FA2}" destId="{60DE4C37-1932-40E7-9E41-6C414C7E9C3F}" srcOrd="1" destOrd="0" presId="urn:microsoft.com/office/officeart/2018/2/layout/IconLabelList"/>
    <dgm:cxn modelId="{C7E7E4D5-B368-4F72-BBEF-EC6DB9AB3D5D}" type="presParOf" srcId="{01EE34F4-E5DF-4586-B3D9-0D24FBEE7FA2}" destId="{4B52A69E-2DE1-4C30-86C5-E852BA5D50FA}" srcOrd="2" destOrd="0" presId="urn:microsoft.com/office/officeart/2018/2/layout/IconLabelList"/>
    <dgm:cxn modelId="{2239FECC-DA0B-49DD-B277-E2B40F4DE623}" type="presParOf" srcId="{1E596218-CBCD-4946-AEAD-4784EB8F268B}" destId="{C1F847BF-3C3D-4C27-9D45-EBA690D210C8}" srcOrd="1" destOrd="0" presId="urn:microsoft.com/office/officeart/2018/2/layout/IconLabelList"/>
    <dgm:cxn modelId="{67A2EF00-FCFA-4042-9FBA-46EE6FD1FB23}" type="presParOf" srcId="{1E596218-CBCD-4946-AEAD-4784EB8F268B}" destId="{28408313-86DC-408E-966D-0C3E26F2BF0C}" srcOrd="2" destOrd="0" presId="urn:microsoft.com/office/officeart/2018/2/layout/IconLabelList"/>
    <dgm:cxn modelId="{73A1ECBC-BB43-4897-BD25-D0AEC4973D2D}" type="presParOf" srcId="{28408313-86DC-408E-966D-0C3E26F2BF0C}" destId="{C202F3D8-88FE-44B3-B595-65D66C858367}" srcOrd="0" destOrd="0" presId="urn:microsoft.com/office/officeart/2018/2/layout/IconLabelList"/>
    <dgm:cxn modelId="{29290CFC-0DA8-42F8-81D8-BE9A99A31AEC}" type="presParOf" srcId="{28408313-86DC-408E-966D-0C3E26F2BF0C}" destId="{89D5B45B-5405-4F02-BCE7-034535984AC0}" srcOrd="1" destOrd="0" presId="urn:microsoft.com/office/officeart/2018/2/layout/IconLabelList"/>
    <dgm:cxn modelId="{CF88DA55-4F5A-437C-A00D-407EECCC7F43}" type="presParOf" srcId="{28408313-86DC-408E-966D-0C3E26F2BF0C}" destId="{16C24B2D-62FA-4153-9C70-8F81662117B5}" srcOrd="2" destOrd="0" presId="urn:microsoft.com/office/officeart/2018/2/layout/IconLabelList"/>
    <dgm:cxn modelId="{25F00CDC-CEB0-4D19-9371-97A191EAC6CA}" type="presParOf" srcId="{1E596218-CBCD-4946-AEAD-4784EB8F268B}" destId="{50A2D6D8-7154-4A00-89C4-16483378B01E}" srcOrd="3" destOrd="0" presId="urn:microsoft.com/office/officeart/2018/2/layout/IconLabelList"/>
    <dgm:cxn modelId="{7B2EBFF9-41B7-4EC6-9201-8989ED85E7A3}" type="presParOf" srcId="{1E596218-CBCD-4946-AEAD-4784EB8F268B}" destId="{1A0E9EDB-5F9E-4A4F-9AA8-D030639D7170}" srcOrd="4" destOrd="0" presId="urn:microsoft.com/office/officeart/2018/2/layout/IconLabelList"/>
    <dgm:cxn modelId="{D397F22E-0FD7-4911-AF21-16C1B59E7D60}" type="presParOf" srcId="{1A0E9EDB-5F9E-4A4F-9AA8-D030639D7170}" destId="{8322AB9E-9BFE-47FB-B088-541799D086A8}" srcOrd="0" destOrd="0" presId="urn:microsoft.com/office/officeart/2018/2/layout/IconLabelList"/>
    <dgm:cxn modelId="{6926DC16-D862-4C44-8D22-2B707AE3E69C}" type="presParOf" srcId="{1A0E9EDB-5F9E-4A4F-9AA8-D030639D7170}" destId="{60206E0A-E08C-496C-B21D-C7F7EA8C250C}" srcOrd="1" destOrd="0" presId="urn:microsoft.com/office/officeart/2018/2/layout/IconLabelList"/>
    <dgm:cxn modelId="{7AF50945-08A8-4348-9B7D-5A28531F4D5E}" type="presParOf" srcId="{1A0E9EDB-5F9E-4A4F-9AA8-D030639D7170}" destId="{BC6BA341-AACF-4E70-9FC2-0022EC7DFD9F}" srcOrd="2" destOrd="0" presId="urn:microsoft.com/office/officeart/2018/2/layout/IconLabelList"/>
    <dgm:cxn modelId="{BACA5A3F-9276-4703-9EC9-12CFD0D75337}" type="presParOf" srcId="{1E596218-CBCD-4946-AEAD-4784EB8F268B}" destId="{BD03CEFE-AFD8-4AC7-A99D-62B61B480BE0}" srcOrd="5" destOrd="0" presId="urn:microsoft.com/office/officeart/2018/2/layout/IconLabelList"/>
    <dgm:cxn modelId="{7A86E867-3A83-4724-A113-9724D5245F48}" type="presParOf" srcId="{1E596218-CBCD-4946-AEAD-4784EB8F268B}" destId="{35CFB7F0-268A-44DF-9E98-6B5379092955}" srcOrd="6" destOrd="0" presId="urn:microsoft.com/office/officeart/2018/2/layout/IconLabelList"/>
    <dgm:cxn modelId="{54C7B222-3E37-4604-A16E-A30554FE3625}" type="presParOf" srcId="{35CFB7F0-268A-44DF-9E98-6B5379092955}" destId="{1F73648C-E9AC-4AE6-A502-19264B781B9A}" srcOrd="0" destOrd="0" presId="urn:microsoft.com/office/officeart/2018/2/layout/IconLabelList"/>
    <dgm:cxn modelId="{953FD8FB-EE4C-4436-ADE5-C3C71901B0F6}" type="presParOf" srcId="{35CFB7F0-268A-44DF-9E98-6B5379092955}" destId="{56F82E5A-0B5A-4BC7-8B64-CE7BD3CFFA7D}" srcOrd="1" destOrd="0" presId="urn:microsoft.com/office/officeart/2018/2/layout/IconLabelList"/>
    <dgm:cxn modelId="{CAE0FF77-527A-497D-835D-1B911A9D5433}" type="presParOf" srcId="{35CFB7F0-268A-44DF-9E98-6B5379092955}" destId="{C90F60BC-186B-497F-A5A3-2E69BD0783C0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9F8CA11-D55B-49A4-9651-F4B947DFB67F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7A00E3E7-A312-40C0-B998-BA5D4E7F2948}">
      <dgm:prSet/>
      <dgm:spPr/>
      <dgm:t>
        <a:bodyPr/>
        <a:lstStyle/>
        <a:p>
          <a:pPr>
            <a:defRPr cap="all"/>
          </a:pPr>
          <a:r>
            <a:rPr lang="en-US" b="0" i="0"/>
            <a:t>• Spoonacular provides recipes + nutrition</a:t>
          </a:r>
          <a:endParaRPr lang="en-US"/>
        </a:p>
      </dgm:t>
    </dgm:pt>
    <dgm:pt modelId="{C326BAB4-B581-44D9-8E8F-9388EA338FC6}" type="parTrans" cxnId="{AD8BACDF-4B17-4F5B-BCAF-86A56645E11B}">
      <dgm:prSet/>
      <dgm:spPr/>
      <dgm:t>
        <a:bodyPr/>
        <a:lstStyle/>
        <a:p>
          <a:endParaRPr lang="en-US"/>
        </a:p>
      </dgm:t>
    </dgm:pt>
    <dgm:pt modelId="{CA658AD9-34C2-4831-8D7B-BA3B8E8DA751}" type="sibTrans" cxnId="{AD8BACDF-4B17-4F5B-BCAF-86A56645E11B}">
      <dgm:prSet/>
      <dgm:spPr/>
      <dgm:t>
        <a:bodyPr/>
        <a:lstStyle/>
        <a:p>
          <a:endParaRPr lang="en-US"/>
        </a:p>
      </dgm:t>
    </dgm:pt>
    <dgm:pt modelId="{BDEBEBE0-FCCC-4645-8A30-16308E676DC4}">
      <dgm:prSet/>
      <dgm:spPr/>
      <dgm:t>
        <a:bodyPr/>
        <a:lstStyle/>
        <a:p>
          <a:pPr>
            <a:defRPr cap="all"/>
          </a:pPr>
          <a:r>
            <a:rPr lang="en-US" b="0" i="0"/>
            <a:t>• Supports vegan, keto, low‑carb, etc.</a:t>
          </a:r>
          <a:endParaRPr lang="en-US"/>
        </a:p>
      </dgm:t>
    </dgm:pt>
    <dgm:pt modelId="{E056A196-C8C1-4695-B4BD-02069C14341D}" type="parTrans" cxnId="{80095005-7085-4B85-879D-A1EDEB4C730E}">
      <dgm:prSet/>
      <dgm:spPr/>
      <dgm:t>
        <a:bodyPr/>
        <a:lstStyle/>
        <a:p>
          <a:endParaRPr lang="en-US"/>
        </a:p>
      </dgm:t>
    </dgm:pt>
    <dgm:pt modelId="{DBDAE972-2D67-43E1-ACE9-005BD6577D6B}" type="sibTrans" cxnId="{80095005-7085-4B85-879D-A1EDEB4C730E}">
      <dgm:prSet/>
      <dgm:spPr/>
      <dgm:t>
        <a:bodyPr/>
        <a:lstStyle/>
        <a:p>
          <a:endParaRPr lang="en-US"/>
        </a:p>
      </dgm:t>
    </dgm:pt>
    <dgm:pt modelId="{53DC0144-83D5-46E5-9F84-FAE9D767EAA9}">
      <dgm:prSet/>
      <dgm:spPr/>
      <dgm:t>
        <a:bodyPr/>
        <a:lstStyle/>
        <a:p>
          <a:pPr>
            <a:defRPr cap="all"/>
          </a:pPr>
          <a:r>
            <a:rPr lang="en-US" b="0" i="0"/>
            <a:t>• Grocery list + macros</a:t>
          </a:r>
          <a:endParaRPr lang="en-US"/>
        </a:p>
      </dgm:t>
    </dgm:pt>
    <dgm:pt modelId="{A6549965-ECD8-415E-8A30-8483440AF7E9}" type="parTrans" cxnId="{00F724F2-55AE-471A-84D0-40BC231C3F18}">
      <dgm:prSet/>
      <dgm:spPr/>
      <dgm:t>
        <a:bodyPr/>
        <a:lstStyle/>
        <a:p>
          <a:endParaRPr lang="en-US"/>
        </a:p>
      </dgm:t>
    </dgm:pt>
    <dgm:pt modelId="{BFF7A25F-BE12-4ED4-A664-F7F71F0D3848}" type="sibTrans" cxnId="{00F724F2-55AE-471A-84D0-40BC231C3F18}">
      <dgm:prSet/>
      <dgm:spPr/>
      <dgm:t>
        <a:bodyPr/>
        <a:lstStyle/>
        <a:p>
          <a:endParaRPr lang="en-US"/>
        </a:p>
      </dgm:t>
    </dgm:pt>
    <dgm:pt modelId="{AC0EB15E-2410-48B4-B12B-7135D2682713}">
      <dgm:prSet/>
      <dgm:spPr/>
      <dgm:t>
        <a:bodyPr/>
        <a:lstStyle/>
        <a:p>
          <a:pPr>
            <a:defRPr cap="all"/>
          </a:pPr>
          <a:r>
            <a:rPr lang="en-US" b="0" i="0"/>
            <a:t>• Fallback generator ensures reliability</a:t>
          </a:r>
          <a:endParaRPr lang="en-US"/>
        </a:p>
      </dgm:t>
    </dgm:pt>
    <dgm:pt modelId="{D17BBF06-1BB2-4BCD-844B-A7FD29931A4C}" type="parTrans" cxnId="{C1C735AC-E9B0-426F-B71C-9E562D046E7B}">
      <dgm:prSet/>
      <dgm:spPr/>
      <dgm:t>
        <a:bodyPr/>
        <a:lstStyle/>
        <a:p>
          <a:endParaRPr lang="en-US"/>
        </a:p>
      </dgm:t>
    </dgm:pt>
    <dgm:pt modelId="{73CF5A4A-2A45-424F-95A0-4694EA5659C0}" type="sibTrans" cxnId="{C1C735AC-E9B0-426F-B71C-9E562D046E7B}">
      <dgm:prSet/>
      <dgm:spPr/>
      <dgm:t>
        <a:bodyPr/>
        <a:lstStyle/>
        <a:p>
          <a:endParaRPr lang="en-US"/>
        </a:p>
      </dgm:t>
    </dgm:pt>
    <dgm:pt modelId="{47199E8D-0764-4FD8-BB7D-ABDC41248DEC}" type="pres">
      <dgm:prSet presAssocID="{19F8CA11-D55B-49A4-9651-F4B947DFB67F}" presName="root" presStyleCnt="0">
        <dgm:presLayoutVars>
          <dgm:dir/>
          <dgm:resizeHandles val="exact"/>
        </dgm:presLayoutVars>
      </dgm:prSet>
      <dgm:spPr/>
    </dgm:pt>
    <dgm:pt modelId="{091F64C5-3B30-4551-8D0E-9CC15CF46677}" type="pres">
      <dgm:prSet presAssocID="{7A00E3E7-A312-40C0-B998-BA5D4E7F2948}" presName="compNode" presStyleCnt="0"/>
      <dgm:spPr/>
    </dgm:pt>
    <dgm:pt modelId="{2E49656B-9CC7-49D1-AD92-F1A574E32622}" type="pres">
      <dgm:prSet presAssocID="{7A00E3E7-A312-40C0-B998-BA5D4E7F2948}" presName="iconBgRect" presStyleLbl="bgShp" presStyleIdx="0" presStyleCnt="4"/>
      <dgm:spPr/>
    </dgm:pt>
    <dgm:pt modelId="{FCA56A12-DD63-413E-B5FD-0EBD1B33B2D2}" type="pres">
      <dgm:prSet presAssocID="{7A00E3E7-A312-40C0-B998-BA5D4E7F294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pple"/>
        </a:ext>
      </dgm:extLst>
    </dgm:pt>
    <dgm:pt modelId="{DE8D692E-76C8-4603-896D-D3EBA4677163}" type="pres">
      <dgm:prSet presAssocID="{7A00E3E7-A312-40C0-B998-BA5D4E7F2948}" presName="spaceRect" presStyleCnt="0"/>
      <dgm:spPr/>
    </dgm:pt>
    <dgm:pt modelId="{368C89A8-EE3B-4367-BBC7-09A7B3D94BD5}" type="pres">
      <dgm:prSet presAssocID="{7A00E3E7-A312-40C0-B998-BA5D4E7F2948}" presName="textRect" presStyleLbl="revTx" presStyleIdx="0" presStyleCnt="4">
        <dgm:presLayoutVars>
          <dgm:chMax val="1"/>
          <dgm:chPref val="1"/>
        </dgm:presLayoutVars>
      </dgm:prSet>
      <dgm:spPr/>
    </dgm:pt>
    <dgm:pt modelId="{EE91945E-9E61-4430-96BE-14A304D51CD4}" type="pres">
      <dgm:prSet presAssocID="{CA658AD9-34C2-4831-8D7B-BA3B8E8DA751}" presName="sibTrans" presStyleCnt="0"/>
      <dgm:spPr/>
    </dgm:pt>
    <dgm:pt modelId="{AEF8C989-FD70-4735-9735-28408C707814}" type="pres">
      <dgm:prSet presAssocID="{BDEBEBE0-FCCC-4645-8A30-16308E676DC4}" presName="compNode" presStyleCnt="0"/>
      <dgm:spPr/>
    </dgm:pt>
    <dgm:pt modelId="{A72B8A8D-2E7B-4219-8D0A-2E336393420A}" type="pres">
      <dgm:prSet presAssocID="{BDEBEBE0-FCCC-4645-8A30-16308E676DC4}" presName="iconBgRect" presStyleLbl="bgShp" presStyleIdx="1" presStyleCnt="4"/>
      <dgm:spPr/>
    </dgm:pt>
    <dgm:pt modelId="{60D8E918-F574-4CF7-88C0-05B19C9AA65D}" type="pres">
      <dgm:prSet presAssocID="{BDEBEBE0-FCCC-4645-8A30-16308E676DC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Hand with Plant"/>
        </a:ext>
      </dgm:extLst>
    </dgm:pt>
    <dgm:pt modelId="{3853AE3D-D1D8-42D0-9DF8-FA2E11B07A9B}" type="pres">
      <dgm:prSet presAssocID="{BDEBEBE0-FCCC-4645-8A30-16308E676DC4}" presName="spaceRect" presStyleCnt="0"/>
      <dgm:spPr/>
    </dgm:pt>
    <dgm:pt modelId="{9CBDB290-0E1F-4CD6-967E-9069FBFA62D9}" type="pres">
      <dgm:prSet presAssocID="{BDEBEBE0-FCCC-4645-8A30-16308E676DC4}" presName="textRect" presStyleLbl="revTx" presStyleIdx="1" presStyleCnt="4">
        <dgm:presLayoutVars>
          <dgm:chMax val="1"/>
          <dgm:chPref val="1"/>
        </dgm:presLayoutVars>
      </dgm:prSet>
      <dgm:spPr/>
    </dgm:pt>
    <dgm:pt modelId="{C4D0FAA1-EC77-44E5-914F-6B9B7882EC93}" type="pres">
      <dgm:prSet presAssocID="{DBDAE972-2D67-43E1-ACE9-005BD6577D6B}" presName="sibTrans" presStyleCnt="0"/>
      <dgm:spPr/>
    </dgm:pt>
    <dgm:pt modelId="{5A8249A9-A2CF-4AC9-AB5E-60DB7DDF3FF6}" type="pres">
      <dgm:prSet presAssocID="{53DC0144-83D5-46E5-9F84-FAE9D767EAA9}" presName="compNode" presStyleCnt="0"/>
      <dgm:spPr/>
    </dgm:pt>
    <dgm:pt modelId="{10BCB61C-FC51-442F-B161-C1D5B7CA16CC}" type="pres">
      <dgm:prSet presAssocID="{53DC0144-83D5-46E5-9F84-FAE9D767EAA9}" presName="iconBgRect" presStyleLbl="bgShp" presStyleIdx="2" presStyleCnt="4"/>
      <dgm:spPr/>
    </dgm:pt>
    <dgm:pt modelId="{DFE707F7-B82D-4C3C-B1E9-65F29C71EFDB}" type="pres">
      <dgm:prSet presAssocID="{53DC0144-83D5-46E5-9F84-FAE9D767EAA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opping basket"/>
        </a:ext>
      </dgm:extLst>
    </dgm:pt>
    <dgm:pt modelId="{951D9188-59F0-4A0F-B5BA-67EA59B3B457}" type="pres">
      <dgm:prSet presAssocID="{53DC0144-83D5-46E5-9F84-FAE9D767EAA9}" presName="spaceRect" presStyleCnt="0"/>
      <dgm:spPr/>
    </dgm:pt>
    <dgm:pt modelId="{C4F44687-BA5B-45E7-A118-37EFB011F641}" type="pres">
      <dgm:prSet presAssocID="{53DC0144-83D5-46E5-9F84-FAE9D767EAA9}" presName="textRect" presStyleLbl="revTx" presStyleIdx="2" presStyleCnt="4">
        <dgm:presLayoutVars>
          <dgm:chMax val="1"/>
          <dgm:chPref val="1"/>
        </dgm:presLayoutVars>
      </dgm:prSet>
      <dgm:spPr/>
    </dgm:pt>
    <dgm:pt modelId="{EAE2849B-3EEF-40B4-85BA-E634B2510080}" type="pres">
      <dgm:prSet presAssocID="{BFF7A25F-BE12-4ED4-A664-F7F71F0D3848}" presName="sibTrans" presStyleCnt="0"/>
      <dgm:spPr/>
    </dgm:pt>
    <dgm:pt modelId="{34FD6A22-03E6-406D-94E2-A32ED3160E46}" type="pres">
      <dgm:prSet presAssocID="{AC0EB15E-2410-48B4-B12B-7135D2682713}" presName="compNode" presStyleCnt="0"/>
      <dgm:spPr/>
    </dgm:pt>
    <dgm:pt modelId="{B5909272-9FA7-42B9-8CB8-2862095DD52C}" type="pres">
      <dgm:prSet presAssocID="{AC0EB15E-2410-48B4-B12B-7135D2682713}" presName="iconBgRect" presStyleLbl="bgShp" presStyleIdx="3" presStyleCnt="4"/>
      <dgm:spPr/>
    </dgm:pt>
    <dgm:pt modelId="{CB592119-9BC8-40D9-AFDE-04E50D37261F}" type="pres">
      <dgm:prSet presAssocID="{AC0EB15E-2410-48B4-B12B-7135D268271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E32C52B8-CED2-445E-BDC7-11E8A942D38A}" type="pres">
      <dgm:prSet presAssocID="{AC0EB15E-2410-48B4-B12B-7135D2682713}" presName="spaceRect" presStyleCnt="0"/>
      <dgm:spPr/>
    </dgm:pt>
    <dgm:pt modelId="{DD2995AB-F6AB-4714-A296-B4349CB35322}" type="pres">
      <dgm:prSet presAssocID="{AC0EB15E-2410-48B4-B12B-7135D2682713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80095005-7085-4B85-879D-A1EDEB4C730E}" srcId="{19F8CA11-D55B-49A4-9651-F4B947DFB67F}" destId="{BDEBEBE0-FCCC-4645-8A30-16308E676DC4}" srcOrd="1" destOrd="0" parTransId="{E056A196-C8C1-4695-B4BD-02069C14341D}" sibTransId="{DBDAE972-2D67-43E1-ACE9-005BD6577D6B}"/>
    <dgm:cxn modelId="{250CFE26-563D-4924-A458-B86E1EC05182}" type="presOf" srcId="{19F8CA11-D55B-49A4-9651-F4B947DFB67F}" destId="{47199E8D-0764-4FD8-BB7D-ABDC41248DEC}" srcOrd="0" destOrd="0" presId="urn:microsoft.com/office/officeart/2018/5/layout/IconCircleLabelList"/>
    <dgm:cxn modelId="{445D5390-415C-4459-AEE8-A3F6E43671C8}" type="presOf" srcId="{BDEBEBE0-FCCC-4645-8A30-16308E676DC4}" destId="{9CBDB290-0E1F-4CD6-967E-9069FBFA62D9}" srcOrd="0" destOrd="0" presId="urn:microsoft.com/office/officeart/2018/5/layout/IconCircleLabelList"/>
    <dgm:cxn modelId="{82AEB4AA-6BA6-4A45-9D91-CC73C6B06839}" type="presOf" srcId="{7A00E3E7-A312-40C0-B998-BA5D4E7F2948}" destId="{368C89A8-EE3B-4367-BBC7-09A7B3D94BD5}" srcOrd="0" destOrd="0" presId="urn:microsoft.com/office/officeart/2018/5/layout/IconCircleLabelList"/>
    <dgm:cxn modelId="{C1C735AC-E9B0-426F-B71C-9E562D046E7B}" srcId="{19F8CA11-D55B-49A4-9651-F4B947DFB67F}" destId="{AC0EB15E-2410-48B4-B12B-7135D2682713}" srcOrd="3" destOrd="0" parTransId="{D17BBF06-1BB2-4BCD-844B-A7FD29931A4C}" sibTransId="{73CF5A4A-2A45-424F-95A0-4694EA5659C0}"/>
    <dgm:cxn modelId="{B0D960AC-6C4C-4B67-A7C7-76C20959A7F2}" type="presOf" srcId="{AC0EB15E-2410-48B4-B12B-7135D2682713}" destId="{DD2995AB-F6AB-4714-A296-B4349CB35322}" srcOrd="0" destOrd="0" presId="urn:microsoft.com/office/officeart/2018/5/layout/IconCircleLabelList"/>
    <dgm:cxn modelId="{D4986BD0-1A65-44ED-878B-2E8F15032762}" type="presOf" srcId="{53DC0144-83D5-46E5-9F84-FAE9D767EAA9}" destId="{C4F44687-BA5B-45E7-A118-37EFB011F641}" srcOrd="0" destOrd="0" presId="urn:microsoft.com/office/officeart/2018/5/layout/IconCircleLabelList"/>
    <dgm:cxn modelId="{AD8BACDF-4B17-4F5B-BCAF-86A56645E11B}" srcId="{19F8CA11-D55B-49A4-9651-F4B947DFB67F}" destId="{7A00E3E7-A312-40C0-B998-BA5D4E7F2948}" srcOrd="0" destOrd="0" parTransId="{C326BAB4-B581-44D9-8E8F-9388EA338FC6}" sibTransId="{CA658AD9-34C2-4831-8D7B-BA3B8E8DA751}"/>
    <dgm:cxn modelId="{00F724F2-55AE-471A-84D0-40BC231C3F18}" srcId="{19F8CA11-D55B-49A4-9651-F4B947DFB67F}" destId="{53DC0144-83D5-46E5-9F84-FAE9D767EAA9}" srcOrd="2" destOrd="0" parTransId="{A6549965-ECD8-415E-8A30-8483440AF7E9}" sibTransId="{BFF7A25F-BE12-4ED4-A664-F7F71F0D3848}"/>
    <dgm:cxn modelId="{885E48A9-B6AF-4DDF-86AE-2E62F8C68D52}" type="presParOf" srcId="{47199E8D-0764-4FD8-BB7D-ABDC41248DEC}" destId="{091F64C5-3B30-4551-8D0E-9CC15CF46677}" srcOrd="0" destOrd="0" presId="urn:microsoft.com/office/officeart/2018/5/layout/IconCircleLabelList"/>
    <dgm:cxn modelId="{7944B9C7-2417-4006-98D1-2A9C661A4473}" type="presParOf" srcId="{091F64C5-3B30-4551-8D0E-9CC15CF46677}" destId="{2E49656B-9CC7-49D1-AD92-F1A574E32622}" srcOrd="0" destOrd="0" presId="urn:microsoft.com/office/officeart/2018/5/layout/IconCircleLabelList"/>
    <dgm:cxn modelId="{9ADE6491-D5A7-4220-BDC8-657F33341520}" type="presParOf" srcId="{091F64C5-3B30-4551-8D0E-9CC15CF46677}" destId="{FCA56A12-DD63-413E-B5FD-0EBD1B33B2D2}" srcOrd="1" destOrd="0" presId="urn:microsoft.com/office/officeart/2018/5/layout/IconCircleLabelList"/>
    <dgm:cxn modelId="{FBD416D8-4061-40E8-BCE3-2CB6AAA52E4A}" type="presParOf" srcId="{091F64C5-3B30-4551-8D0E-9CC15CF46677}" destId="{DE8D692E-76C8-4603-896D-D3EBA4677163}" srcOrd="2" destOrd="0" presId="urn:microsoft.com/office/officeart/2018/5/layout/IconCircleLabelList"/>
    <dgm:cxn modelId="{C04885FB-0FC8-43C1-95AF-47AAA78A5D91}" type="presParOf" srcId="{091F64C5-3B30-4551-8D0E-9CC15CF46677}" destId="{368C89A8-EE3B-4367-BBC7-09A7B3D94BD5}" srcOrd="3" destOrd="0" presId="urn:microsoft.com/office/officeart/2018/5/layout/IconCircleLabelList"/>
    <dgm:cxn modelId="{94FC85B4-96D4-4380-9FA5-659A748BC51A}" type="presParOf" srcId="{47199E8D-0764-4FD8-BB7D-ABDC41248DEC}" destId="{EE91945E-9E61-4430-96BE-14A304D51CD4}" srcOrd="1" destOrd="0" presId="urn:microsoft.com/office/officeart/2018/5/layout/IconCircleLabelList"/>
    <dgm:cxn modelId="{B7D308CA-49AF-4D12-942B-E33876A3F5DC}" type="presParOf" srcId="{47199E8D-0764-4FD8-BB7D-ABDC41248DEC}" destId="{AEF8C989-FD70-4735-9735-28408C707814}" srcOrd="2" destOrd="0" presId="urn:microsoft.com/office/officeart/2018/5/layout/IconCircleLabelList"/>
    <dgm:cxn modelId="{F9D4FAB9-0AD4-4E3C-88C5-A7DD87501F00}" type="presParOf" srcId="{AEF8C989-FD70-4735-9735-28408C707814}" destId="{A72B8A8D-2E7B-4219-8D0A-2E336393420A}" srcOrd="0" destOrd="0" presId="urn:microsoft.com/office/officeart/2018/5/layout/IconCircleLabelList"/>
    <dgm:cxn modelId="{33FA31AB-D630-4304-8717-E9E119D49CDD}" type="presParOf" srcId="{AEF8C989-FD70-4735-9735-28408C707814}" destId="{60D8E918-F574-4CF7-88C0-05B19C9AA65D}" srcOrd="1" destOrd="0" presId="urn:microsoft.com/office/officeart/2018/5/layout/IconCircleLabelList"/>
    <dgm:cxn modelId="{332F34B1-D0AE-4748-995C-EED51625A2BC}" type="presParOf" srcId="{AEF8C989-FD70-4735-9735-28408C707814}" destId="{3853AE3D-D1D8-42D0-9DF8-FA2E11B07A9B}" srcOrd="2" destOrd="0" presId="urn:microsoft.com/office/officeart/2018/5/layout/IconCircleLabelList"/>
    <dgm:cxn modelId="{2E863C7B-0F66-4417-9785-FC84EDDFA28D}" type="presParOf" srcId="{AEF8C989-FD70-4735-9735-28408C707814}" destId="{9CBDB290-0E1F-4CD6-967E-9069FBFA62D9}" srcOrd="3" destOrd="0" presId="urn:microsoft.com/office/officeart/2018/5/layout/IconCircleLabelList"/>
    <dgm:cxn modelId="{E4786F97-657D-4530-ADCB-D793E85EABBE}" type="presParOf" srcId="{47199E8D-0764-4FD8-BB7D-ABDC41248DEC}" destId="{C4D0FAA1-EC77-44E5-914F-6B9B7882EC93}" srcOrd="3" destOrd="0" presId="urn:microsoft.com/office/officeart/2018/5/layout/IconCircleLabelList"/>
    <dgm:cxn modelId="{84D08085-2C78-465F-9930-513BA47EAF9E}" type="presParOf" srcId="{47199E8D-0764-4FD8-BB7D-ABDC41248DEC}" destId="{5A8249A9-A2CF-4AC9-AB5E-60DB7DDF3FF6}" srcOrd="4" destOrd="0" presId="urn:microsoft.com/office/officeart/2018/5/layout/IconCircleLabelList"/>
    <dgm:cxn modelId="{06275EBA-BDCD-4909-8575-2AE24CB76429}" type="presParOf" srcId="{5A8249A9-A2CF-4AC9-AB5E-60DB7DDF3FF6}" destId="{10BCB61C-FC51-442F-B161-C1D5B7CA16CC}" srcOrd="0" destOrd="0" presId="urn:microsoft.com/office/officeart/2018/5/layout/IconCircleLabelList"/>
    <dgm:cxn modelId="{CABAB85C-D33B-428B-B713-FDC287203982}" type="presParOf" srcId="{5A8249A9-A2CF-4AC9-AB5E-60DB7DDF3FF6}" destId="{DFE707F7-B82D-4C3C-B1E9-65F29C71EFDB}" srcOrd="1" destOrd="0" presId="urn:microsoft.com/office/officeart/2018/5/layout/IconCircleLabelList"/>
    <dgm:cxn modelId="{CF105F32-42DC-41E0-BAF0-E2E4BCB59CA2}" type="presParOf" srcId="{5A8249A9-A2CF-4AC9-AB5E-60DB7DDF3FF6}" destId="{951D9188-59F0-4A0F-B5BA-67EA59B3B457}" srcOrd="2" destOrd="0" presId="urn:microsoft.com/office/officeart/2018/5/layout/IconCircleLabelList"/>
    <dgm:cxn modelId="{EF940CE0-4F3E-4414-A756-32DF2C9D637A}" type="presParOf" srcId="{5A8249A9-A2CF-4AC9-AB5E-60DB7DDF3FF6}" destId="{C4F44687-BA5B-45E7-A118-37EFB011F641}" srcOrd="3" destOrd="0" presId="urn:microsoft.com/office/officeart/2018/5/layout/IconCircleLabelList"/>
    <dgm:cxn modelId="{4D629B51-67DB-43EC-86FE-7A0846CE0D40}" type="presParOf" srcId="{47199E8D-0764-4FD8-BB7D-ABDC41248DEC}" destId="{EAE2849B-3EEF-40B4-85BA-E634B2510080}" srcOrd="5" destOrd="0" presId="urn:microsoft.com/office/officeart/2018/5/layout/IconCircleLabelList"/>
    <dgm:cxn modelId="{4812AEE8-9E52-4E3C-A86C-D80F6BBA2197}" type="presParOf" srcId="{47199E8D-0764-4FD8-BB7D-ABDC41248DEC}" destId="{34FD6A22-03E6-406D-94E2-A32ED3160E46}" srcOrd="6" destOrd="0" presId="urn:microsoft.com/office/officeart/2018/5/layout/IconCircleLabelList"/>
    <dgm:cxn modelId="{A0B7EDD8-0F75-40A1-BD6C-F54E31AB6133}" type="presParOf" srcId="{34FD6A22-03E6-406D-94E2-A32ED3160E46}" destId="{B5909272-9FA7-42B9-8CB8-2862095DD52C}" srcOrd="0" destOrd="0" presId="urn:microsoft.com/office/officeart/2018/5/layout/IconCircleLabelList"/>
    <dgm:cxn modelId="{1824B0CE-CE31-4BAA-96E9-9BAEB8CA6A5C}" type="presParOf" srcId="{34FD6A22-03E6-406D-94E2-A32ED3160E46}" destId="{CB592119-9BC8-40D9-AFDE-04E50D37261F}" srcOrd="1" destOrd="0" presId="urn:microsoft.com/office/officeart/2018/5/layout/IconCircleLabelList"/>
    <dgm:cxn modelId="{53E37807-7734-45DC-9EDB-3166C89332C1}" type="presParOf" srcId="{34FD6A22-03E6-406D-94E2-A32ED3160E46}" destId="{E32C52B8-CED2-445E-BDC7-11E8A942D38A}" srcOrd="2" destOrd="0" presId="urn:microsoft.com/office/officeart/2018/5/layout/IconCircleLabelList"/>
    <dgm:cxn modelId="{5EE40872-9FA9-4380-928F-5708CE505F30}" type="presParOf" srcId="{34FD6A22-03E6-406D-94E2-A32ED3160E46}" destId="{DD2995AB-F6AB-4714-A296-B4349CB35322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085752C-C20A-47B4-9AAF-6A67486376C1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3EA0C7F-5CA1-4C39-BC07-8933E90F0CAC}">
      <dgm:prSet/>
      <dgm:spPr/>
      <dgm:t>
        <a:bodyPr/>
        <a:lstStyle/>
        <a:p>
          <a:r>
            <a:rPr lang="en-US" b="0" i="0"/>
            <a:t>• User: “Make me a 7‑day vegan meal plan”</a:t>
          </a:r>
          <a:endParaRPr lang="en-US"/>
        </a:p>
      </dgm:t>
    </dgm:pt>
    <dgm:pt modelId="{F37DF112-EE5F-422F-AF29-B1DB9160E046}" type="parTrans" cxnId="{2B2DD653-A588-46EF-8F5C-325F92C08B03}">
      <dgm:prSet/>
      <dgm:spPr/>
      <dgm:t>
        <a:bodyPr/>
        <a:lstStyle/>
        <a:p>
          <a:endParaRPr lang="en-US"/>
        </a:p>
      </dgm:t>
    </dgm:pt>
    <dgm:pt modelId="{DF285058-2D29-45A3-B5E8-99B086AC9CE9}" type="sibTrans" cxnId="{2B2DD653-A588-46EF-8F5C-325F92C08B03}">
      <dgm:prSet/>
      <dgm:spPr/>
      <dgm:t>
        <a:bodyPr/>
        <a:lstStyle/>
        <a:p>
          <a:endParaRPr lang="en-US"/>
        </a:p>
      </dgm:t>
    </dgm:pt>
    <dgm:pt modelId="{0AC6CE8E-CEC9-4A48-A179-3229F8B61DF7}">
      <dgm:prSet/>
      <dgm:spPr/>
      <dgm:t>
        <a:bodyPr/>
        <a:lstStyle/>
        <a:p>
          <a:r>
            <a:rPr lang="en-US" b="0" i="0"/>
            <a:t>• Chatbot detects parameters</a:t>
          </a:r>
          <a:endParaRPr lang="en-US"/>
        </a:p>
      </dgm:t>
    </dgm:pt>
    <dgm:pt modelId="{17C413D9-1DDF-486E-8735-278AD7666F84}" type="parTrans" cxnId="{56E9CA6C-836A-4ACC-9B3E-BA99C407A0CB}">
      <dgm:prSet/>
      <dgm:spPr/>
      <dgm:t>
        <a:bodyPr/>
        <a:lstStyle/>
        <a:p>
          <a:endParaRPr lang="en-US"/>
        </a:p>
      </dgm:t>
    </dgm:pt>
    <dgm:pt modelId="{4EC52C42-D7E3-444D-A56E-AAA06B8F4F81}" type="sibTrans" cxnId="{56E9CA6C-836A-4ACC-9B3E-BA99C407A0CB}">
      <dgm:prSet/>
      <dgm:spPr/>
      <dgm:t>
        <a:bodyPr/>
        <a:lstStyle/>
        <a:p>
          <a:endParaRPr lang="en-US"/>
        </a:p>
      </dgm:t>
    </dgm:pt>
    <dgm:pt modelId="{96FE6388-9A5E-48BD-8929-E3BB0A9D83D4}">
      <dgm:prSet/>
      <dgm:spPr/>
      <dgm:t>
        <a:bodyPr/>
        <a:lstStyle/>
        <a:p>
          <a:r>
            <a:rPr lang="en-US" b="0" i="0"/>
            <a:t>• Backend creates a structured plan</a:t>
          </a:r>
          <a:endParaRPr lang="en-US"/>
        </a:p>
      </dgm:t>
    </dgm:pt>
    <dgm:pt modelId="{566A534E-D7A8-4CEB-9059-469D8101626C}" type="parTrans" cxnId="{10F3A752-DF70-4E1F-B0C1-2F7E9D30CBB6}">
      <dgm:prSet/>
      <dgm:spPr/>
      <dgm:t>
        <a:bodyPr/>
        <a:lstStyle/>
        <a:p>
          <a:endParaRPr lang="en-US"/>
        </a:p>
      </dgm:t>
    </dgm:pt>
    <dgm:pt modelId="{C6C1CB63-1946-4855-AFA2-600651C3DCFE}" type="sibTrans" cxnId="{10F3A752-DF70-4E1F-B0C1-2F7E9D30CBB6}">
      <dgm:prSet/>
      <dgm:spPr/>
      <dgm:t>
        <a:bodyPr/>
        <a:lstStyle/>
        <a:p>
          <a:endParaRPr lang="en-US"/>
        </a:p>
      </dgm:t>
    </dgm:pt>
    <dgm:pt modelId="{E842CE9E-99DA-4CB1-A0DB-7285676FBFFB}">
      <dgm:prSet/>
      <dgm:spPr/>
      <dgm:t>
        <a:bodyPr/>
        <a:lstStyle/>
        <a:p>
          <a:r>
            <a:rPr lang="en-US" b="0" i="0"/>
            <a:t>• Chatbot displays meals for each day</a:t>
          </a:r>
          <a:endParaRPr lang="en-US"/>
        </a:p>
      </dgm:t>
    </dgm:pt>
    <dgm:pt modelId="{30F731C0-49B5-4130-B1A5-6941F9956794}" type="parTrans" cxnId="{846E72A7-F7D1-4773-B900-085BE2995664}">
      <dgm:prSet/>
      <dgm:spPr/>
      <dgm:t>
        <a:bodyPr/>
        <a:lstStyle/>
        <a:p>
          <a:endParaRPr lang="en-US"/>
        </a:p>
      </dgm:t>
    </dgm:pt>
    <dgm:pt modelId="{BBF3DD29-45A4-46A1-BF8D-B89BAD4EA3F9}" type="sibTrans" cxnId="{846E72A7-F7D1-4773-B900-085BE2995664}">
      <dgm:prSet/>
      <dgm:spPr/>
      <dgm:t>
        <a:bodyPr/>
        <a:lstStyle/>
        <a:p>
          <a:endParaRPr lang="en-US"/>
        </a:p>
      </dgm:t>
    </dgm:pt>
    <dgm:pt modelId="{8B59197B-E953-4C81-BAEB-C93E7DB97480}" type="pres">
      <dgm:prSet presAssocID="{F085752C-C20A-47B4-9AAF-6A67486376C1}" presName="linear" presStyleCnt="0">
        <dgm:presLayoutVars>
          <dgm:animLvl val="lvl"/>
          <dgm:resizeHandles val="exact"/>
        </dgm:presLayoutVars>
      </dgm:prSet>
      <dgm:spPr/>
    </dgm:pt>
    <dgm:pt modelId="{17399582-ED3F-4872-B33E-CD51358B0636}" type="pres">
      <dgm:prSet presAssocID="{43EA0C7F-5CA1-4C39-BC07-8933E90F0CA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563D74C-4F27-497E-8DDE-E6319E625ABB}" type="pres">
      <dgm:prSet presAssocID="{DF285058-2D29-45A3-B5E8-99B086AC9CE9}" presName="spacer" presStyleCnt="0"/>
      <dgm:spPr/>
    </dgm:pt>
    <dgm:pt modelId="{00C61294-1996-46C1-8AF6-F04CCDD523C6}" type="pres">
      <dgm:prSet presAssocID="{0AC6CE8E-CEC9-4A48-A179-3229F8B61DF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9990D39-E3BC-42A6-B289-0C000B1928F5}" type="pres">
      <dgm:prSet presAssocID="{4EC52C42-D7E3-444D-A56E-AAA06B8F4F81}" presName="spacer" presStyleCnt="0"/>
      <dgm:spPr/>
    </dgm:pt>
    <dgm:pt modelId="{EBAC0E42-CB41-411E-B3F2-6CCF7F56A26F}" type="pres">
      <dgm:prSet presAssocID="{96FE6388-9A5E-48BD-8929-E3BB0A9D83D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4D25A79-7654-49B6-94B7-B3BEF997DD5A}" type="pres">
      <dgm:prSet presAssocID="{C6C1CB63-1946-4855-AFA2-600651C3DCFE}" presName="spacer" presStyleCnt="0"/>
      <dgm:spPr/>
    </dgm:pt>
    <dgm:pt modelId="{0186A437-0FEF-4014-8FC3-4C5849324D15}" type="pres">
      <dgm:prSet presAssocID="{E842CE9E-99DA-4CB1-A0DB-7285676FBFFB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2CFC9A22-73D4-4FEE-A597-4217F00B4DA7}" type="presOf" srcId="{96FE6388-9A5E-48BD-8929-E3BB0A9D83D4}" destId="{EBAC0E42-CB41-411E-B3F2-6CCF7F56A26F}" srcOrd="0" destOrd="0" presId="urn:microsoft.com/office/officeart/2005/8/layout/vList2"/>
    <dgm:cxn modelId="{DDD5A736-1745-411E-9A3D-E4788E9F5285}" type="presOf" srcId="{F085752C-C20A-47B4-9AAF-6A67486376C1}" destId="{8B59197B-E953-4C81-BAEB-C93E7DB97480}" srcOrd="0" destOrd="0" presId="urn:microsoft.com/office/officeart/2005/8/layout/vList2"/>
    <dgm:cxn modelId="{56E9CA6C-836A-4ACC-9B3E-BA99C407A0CB}" srcId="{F085752C-C20A-47B4-9AAF-6A67486376C1}" destId="{0AC6CE8E-CEC9-4A48-A179-3229F8B61DF7}" srcOrd="1" destOrd="0" parTransId="{17C413D9-1DDF-486E-8735-278AD7666F84}" sibTransId="{4EC52C42-D7E3-444D-A56E-AAA06B8F4F81}"/>
    <dgm:cxn modelId="{2EF3744E-2493-4FEE-AE05-B0F930C65239}" type="presOf" srcId="{0AC6CE8E-CEC9-4A48-A179-3229F8B61DF7}" destId="{00C61294-1996-46C1-8AF6-F04CCDD523C6}" srcOrd="0" destOrd="0" presId="urn:microsoft.com/office/officeart/2005/8/layout/vList2"/>
    <dgm:cxn modelId="{10F3A752-DF70-4E1F-B0C1-2F7E9D30CBB6}" srcId="{F085752C-C20A-47B4-9AAF-6A67486376C1}" destId="{96FE6388-9A5E-48BD-8929-E3BB0A9D83D4}" srcOrd="2" destOrd="0" parTransId="{566A534E-D7A8-4CEB-9059-469D8101626C}" sibTransId="{C6C1CB63-1946-4855-AFA2-600651C3DCFE}"/>
    <dgm:cxn modelId="{2B2DD653-A588-46EF-8F5C-325F92C08B03}" srcId="{F085752C-C20A-47B4-9AAF-6A67486376C1}" destId="{43EA0C7F-5CA1-4C39-BC07-8933E90F0CAC}" srcOrd="0" destOrd="0" parTransId="{F37DF112-EE5F-422F-AF29-B1DB9160E046}" sibTransId="{DF285058-2D29-45A3-B5E8-99B086AC9CE9}"/>
    <dgm:cxn modelId="{73BE949B-D753-48B3-AC9D-35F6E996FA96}" type="presOf" srcId="{43EA0C7F-5CA1-4C39-BC07-8933E90F0CAC}" destId="{17399582-ED3F-4872-B33E-CD51358B0636}" srcOrd="0" destOrd="0" presId="urn:microsoft.com/office/officeart/2005/8/layout/vList2"/>
    <dgm:cxn modelId="{846E72A7-F7D1-4773-B900-085BE2995664}" srcId="{F085752C-C20A-47B4-9AAF-6A67486376C1}" destId="{E842CE9E-99DA-4CB1-A0DB-7285676FBFFB}" srcOrd="3" destOrd="0" parTransId="{30F731C0-49B5-4130-B1A5-6941F9956794}" sibTransId="{BBF3DD29-45A4-46A1-BF8D-B89BAD4EA3F9}"/>
    <dgm:cxn modelId="{BE402DE2-AD32-4AC5-9B71-1E59333E25E9}" type="presOf" srcId="{E842CE9E-99DA-4CB1-A0DB-7285676FBFFB}" destId="{0186A437-0FEF-4014-8FC3-4C5849324D15}" srcOrd="0" destOrd="0" presId="urn:microsoft.com/office/officeart/2005/8/layout/vList2"/>
    <dgm:cxn modelId="{D1F024B3-5E44-4BA0-A5C7-F4B2FC85A589}" type="presParOf" srcId="{8B59197B-E953-4C81-BAEB-C93E7DB97480}" destId="{17399582-ED3F-4872-B33E-CD51358B0636}" srcOrd="0" destOrd="0" presId="urn:microsoft.com/office/officeart/2005/8/layout/vList2"/>
    <dgm:cxn modelId="{29C53108-4BAD-4BCB-9C8A-64A595341612}" type="presParOf" srcId="{8B59197B-E953-4C81-BAEB-C93E7DB97480}" destId="{2563D74C-4F27-497E-8DDE-E6319E625ABB}" srcOrd="1" destOrd="0" presId="urn:microsoft.com/office/officeart/2005/8/layout/vList2"/>
    <dgm:cxn modelId="{FD76945B-6056-49E6-B53A-C3F0D4087DB5}" type="presParOf" srcId="{8B59197B-E953-4C81-BAEB-C93E7DB97480}" destId="{00C61294-1996-46C1-8AF6-F04CCDD523C6}" srcOrd="2" destOrd="0" presId="urn:microsoft.com/office/officeart/2005/8/layout/vList2"/>
    <dgm:cxn modelId="{D50EDC15-3B30-4A27-B18D-2084C498360D}" type="presParOf" srcId="{8B59197B-E953-4C81-BAEB-C93E7DB97480}" destId="{39990D39-E3BC-42A6-B289-0C000B1928F5}" srcOrd="3" destOrd="0" presId="urn:microsoft.com/office/officeart/2005/8/layout/vList2"/>
    <dgm:cxn modelId="{A858B1FD-EA65-4F4C-A11C-B8972E3BC063}" type="presParOf" srcId="{8B59197B-E953-4C81-BAEB-C93E7DB97480}" destId="{EBAC0E42-CB41-411E-B3F2-6CCF7F56A26F}" srcOrd="4" destOrd="0" presId="urn:microsoft.com/office/officeart/2005/8/layout/vList2"/>
    <dgm:cxn modelId="{AE7076E7-7DEB-4A65-9CEA-7B283A01D2BA}" type="presParOf" srcId="{8B59197B-E953-4C81-BAEB-C93E7DB97480}" destId="{E4D25A79-7654-49B6-94B7-B3BEF997DD5A}" srcOrd="5" destOrd="0" presId="urn:microsoft.com/office/officeart/2005/8/layout/vList2"/>
    <dgm:cxn modelId="{45BC9A39-C53C-4CEF-82F2-6208EA7E68F2}" type="presParOf" srcId="{8B59197B-E953-4C81-BAEB-C93E7DB97480}" destId="{0186A437-0FEF-4014-8FC3-4C5849324D1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AE219A70-A16F-4355-9D3D-C346BEC8D15D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7C488D9-04B6-4CC7-9BBA-5A943C55FE7D}">
      <dgm:prSet/>
      <dgm:spPr/>
      <dgm:t>
        <a:bodyPr/>
        <a:lstStyle/>
        <a:p>
          <a:r>
            <a:rPr lang="en-US" b="0" i="0"/>
            <a:t>• Add calorie + macros tracking</a:t>
          </a:r>
          <a:endParaRPr lang="en-US"/>
        </a:p>
      </dgm:t>
    </dgm:pt>
    <dgm:pt modelId="{4337A1FF-6D2D-4F82-BA9E-FA036D66AC27}" type="parTrans" cxnId="{7DC084C5-47D8-41C3-B346-59F876272453}">
      <dgm:prSet/>
      <dgm:spPr/>
      <dgm:t>
        <a:bodyPr/>
        <a:lstStyle/>
        <a:p>
          <a:endParaRPr lang="en-US"/>
        </a:p>
      </dgm:t>
    </dgm:pt>
    <dgm:pt modelId="{8301FCB4-EF32-40F9-9D1E-87A5698D9517}" type="sibTrans" cxnId="{7DC084C5-47D8-41C3-B346-59F876272453}">
      <dgm:prSet/>
      <dgm:spPr/>
      <dgm:t>
        <a:bodyPr/>
        <a:lstStyle/>
        <a:p>
          <a:endParaRPr lang="en-US"/>
        </a:p>
      </dgm:t>
    </dgm:pt>
    <dgm:pt modelId="{318AFA4D-E1A1-4BD6-A49A-8108FE04734E}">
      <dgm:prSet/>
      <dgm:spPr/>
      <dgm:t>
        <a:bodyPr/>
        <a:lstStyle/>
        <a:p>
          <a:r>
            <a:rPr lang="en-US" b="0" i="0"/>
            <a:t>• Personal health profiles</a:t>
          </a:r>
          <a:endParaRPr lang="en-US"/>
        </a:p>
      </dgm:t>
    </dgm:pt>
    <dgm:pt modelId="{AF0DDB96-9F63-42A8-9D22-66D8D1B9D533}" type="parTrans" cxnId="{B3306171-CB80-4DA6-9F0D-49F10275CD45}">
      <dgm:prSet/>
      <dgm:spPr/>
      <dgm:t>
        <a:bodyPr/>
        <a:lstStyle/>
        <a:p>
          <a:endParaRPr lang="en-US"/>
        </a:p>
      </dgm:t>
    </dgm:pt>
    <dgm:pt modelId="{DD477B8E-3542-4E2E-A041-3A752A433744}" type="sibTrans" cxnId="{B3306171-CB80-4DA6-9F0D-49F10275CD45}">
      <dgm:prSet/>
      <dgm:spPr/>
      <dgm:t>
        <a:bodyPr/>
        <a:lstStyle/>
        <a:p>
          <a:endParaRPr lang="en-US"/>
        </a:p>
      </dgm:t>
    </dgm:pt>
    <dgm:pt modelId="{07D88DE2-20BF-4385-8FD0-870101519621}">
      <dgm:prSet/>
      <dgm:spPr/>
      <dgm:t>
        <a:bodyPr/>
        <a:lstStyle/>
        <a:p>
          <a:r>
            <a:rPr lang="en-US" b="0" i="0"/>
            <a:t>• Grocery store API integration</a:t>
          </a:r>
          <a:endParaRPr lang="en-US"/>
        </a:p>
      </dgm:t>
    </dgm:pt>
    <dgm:pt modelId="{1018D3EC-484C-4C9D-8300-CF67AF6000BE}" type="parTrans" cxnId="{642203C4-2BEF-45FF-97F7-FEA7077D0A96}">
      <dgm:prSet/>
      <dgm:spPr/>
      <dgm:t>
        <a:bodyPr/>
        <a:lstStyle/>
        <a:p>
          <a:endParaRPr lang="en-US"/>
        </a:p>
      </dgm:t>
    </dgm:pt>
    <dgm:pt modelId="{CF77C83A-2F4D-4AE6-840E-CF0021366E92}" type="sibTrans" cxnId="{642203C4-2BEF-45FF-97F7-FEA7077D0A96}">
      <dgm:prSet/>
      <dgm:spPr/>
      <dgm:t>
        <a:bodyPr/>
        <a:lstStyle/>
        <a:p>
          <a:endParaRPr lang="en-US"/>
        </a:p>
      </dgm:t>
    </dgm:pt>
    <dgm:pt modelId="{B2F650A3-95F1-4728-A860-1B93D070845A}">
      <dgm:prSet/>
      <dgm:spPr/>
      <dgm:t>
        <a:bodyPr/>
        <a:lstStyle/>
        <a:p>
          <a:r>
            <a:rPr lang="en-US" b="0" i="0"/>
            <a:t>• Voice assistant compatibility</a:t>
          </a:r>
          <a:endParaRPr lang="en-US"/>
        </a:p>
      </dgm:t>
    </dgm:pt>
    <dgm:pt modelId="{47BDAFCE-3E8A-495B-8D11-1527E3E14EE8}" type="parTrans" cxnId="{8BC323BE-7458-409F-8B88-321F9FECCD48}">
      <dgm:prSet/>
      <dgm:spPr/>
      <dgm:t>
        <a:bodyPr/>
        <a:lstStyle/>
        <a:p>
          <a:endParaRPr lang="en-US"/>
        </a:p>
      </dgm:t>
    </dgm:pt>
    <dgm:pt modelId="{6EE26DF6-7984-40EC-9FAA-D5C5B84B8784}" type="sibTrans" cxnId="{8BC323BE-7458-409F-8B88-321F9FECCD48}">
      <dgm:prSet/>
      <dgm:spPr/>
      <dgm:t>
        <a:bodyPr/>
        <a:lstStyle/>
        <a:p>
          <a:endParaRPr lang="en-US"/>
        </a:p>
      </dgm:t>
    </dgm:pt>
    <dgm:pt modelId="{6679B8F8-B1FB-4676-AE48-AC4DF2362A6D}">
      <dgm:prSet/>
      <dgm:spPr/>
      <dgm:t>
        <a:bodyPr/>
        <a:lstStyle/>
        <a:p>
          <a:r>
            <a:rPr lang="en-US" b="0" i="0"/>
            <a:t>• Real‑time nutrition feedback</a:t>
          </a:r>
          <a:endParaRPr lang="en-US"/>
        </a:p>
      </dgm:t>
    </dgm:pt>
    <dgm:pt modelId="{58D8E615-6B8C-4724-AE25-13EC982710B1}" type="parTrans" cxnId="{46EBFD31-344A-4B5C-B81C-86680A2EACE7}">
      <dgm:prSet/>
      <dgm:spPr/>
      <dgm:t>
        <a:bodyPr/>
        <a:lstStyle/>
        <a:p>
          <a:endParaRPr lang="en-US"/>
        </a:p>
      </dgm:t>
    </dgm:pt>
    <dgm:pt modelId="{7C580C41-C4C1-4507-B182-CA3B442EAAD3}" type="sibTrans" cxnId="{46EBFD31-344A-4B5C-B81C-86680A2EACE7}">
      <dgm:prSet/>
      <dgm:spPr/>
      <dgm:t>
        <a:bodyPr/>
        <a:lstStyle/>
        <a:p>
          <a:endParaRPr lang="en-US"/>
        </a:p>
      </dgm:t>
    </dgm:pt>
    <dgm:pt modelId="{A103BEAF-8036-45D5-8B36-17B9A8814139}" type="pres">
      <dgm:prSet presAssocID="{AE219A70-A16F-4355-9D3D-C346BEC8D15D}" presName="linear" presStyleCnt="0">
        <dgm:presLayoutVars>
          <dgm:animLvl val="lvl"/>
          <dgm:resizeHandles val="exact"/>
        </dgm:presLayoutVars>
      </dgm:prSet>
      <dgm:spPr/>
    </dgm:pt>
    <dgm:pt modelId="{07302743-630A-49E4-829F-9C08C505CAA6}" type="pres">
      <dgm:prSet presAssocID="{77C488D9-04B6-4CC7-9BBA-5A943C55FE7D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88303B95-B301-469C-80CE-9E1D69742C4E}" type="pres">
      <dgm:prSet presAssocID="{8301FCB4-EF32-40F9-9D1E-87A5698D9517}" presName="spacer" presStyleCnt="0"/>
      <dgm:spPr/>
    </dgm:pt>
    <dgm:pt modelId="{7C41B610-DE84-4230-879D-0453FCFA1E05}" type="pres">
      <dgm:prSet presAssocID="{318AFA4D-E1A1-4BD6-A49A-8108FE04734E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AB92B570-01C1-4D43-AD03-F60D6FBC0849}" type="pres">
      <dgm:prSet presAssocID="{DD477B8E-3542-4E2E-A041-3A752A433744}" presName="spacer" presStyleCnt="0"/>
      <dgm:spPr/>
    </dgm:pt>
    <dgm:pt modelId="{63F15F19-2D9C-4342-9E7D-B824AE92489D}" type="pres">
      <dgm:prSet presAssocID="{07D88DE2-20BF-4385-8FD0-870101519621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C8841EF6-DCF2-419A-B8F3-B7DFAE0A877B}" type="pres">
      <dgm:prSet presAssocID="{CF77C83A-2F4D-4AE6-840E-CF0021366E92}" presName="spacer" presStyleCnt="0"/>
      <dgm:spPr/>
    </dgm:pt>
    <dgm:pt modelId="{A9A5239D-28D0-4768-8B4C-DC437F81AD50}" type="pres">
      <dgm:prSet presAssocID="{B2F650A3-95F1-4728-A860-1B93D070845A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2E1CE8DE-33AE-4C01-A210-6085A6277E75}" type="pres">
      <dgm:prSet presAssocID="{6EE26DF6-7984-40EC-9FAA-D5C5B84B8784}" presName="spacer" presStyleCnt="0"/>
      <dgm:spPr/>
    </dgm:pt>
    <dgm:pt modelId="{58E5A8B5-10B0-4372-A78B-DFE9C68D08C2}" type="pres">
      <dgm:prSet presAssocID="{6679B8F8-B1FB-4676-AE48-AC4DF2362A6D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7C28412C-5E91-4713-A820-BD3E25DBC3E9}" type="presOf" srcId="{AE219A70-A16F-4355-9D3D-C346BEC8D15D}" destId="{A103BEAF-8036-45D5-8B36-17B9A8814139}" srcOrd="0" destOrd="0" presId="urn:microsoft.com/office/officeart/2005/8/layout/vList2"/>
    <dgm:cxn modelId="{46EBFD31-344A-4B5C-B81C-86680A2EACE7}" srcId="{AE219A70-A16F-4355-9D3D-C346BEC8D15D}" destId="{6679B8F8-B1FB-4676-AE48-AC4DF2362A6D}" srcOrd="4" destOrd="0" parTransId="{58D8E615-6B8C-4724-AE25-13EC982710B1}" sibTransId="{7C580C41-C4C1-4507-B182-CA3B442EAAD3}"/>
    <dgm:cxn modelId="{74711D41-B6CB-4A33-AAB4-A74814ED6070}" type="presOf" srcId="{07D88DE2-20BF-4385-8FD0-870101519621}" destId="{63F15F19-2D9C-4342-9E7D-B824AE92489D}" srcOrd="0" destOrd="0" presId="urn:microsoft.com/office/officeart/2005/8/layout/vList2"/>
    <dgm:cxn modelId="{5C170351-106F-4999-9085-4449BB510DF1}" type="presOf" srcId="{6679B8F8-B1FB-4676-AE48-AC4DF2362A6D}" destId="{58E5A8B5-10B0-4372-A78B-DFE9C68D08C2}" srcOrd="0" destOrd="0" presId="urn:microsoft.com/office/officeart/2005/8/layout/vList2"/>
    <dgm:cxn modelId="{B3306171-CB80-4DA6-9F0D-49F10275CD45}" srcId="{AE219A70-A16F-4355-9D3D-C346BEC8D15D}" destId="{318AFA4D-E1A1-4BD6-A49A-8108FE04734E}" srcOrd="1" destOrd="0" parTransId="{AF0DDB96-9F63-42A8-9D22-66D8D1B9D533}" sibTransId="{DD477B8E-3542-4E2E-A041-3A752A433744}"/>
    <dgm:cxn modelId="{E398D17A-B06D-48C9-BCB4-EEC9FCED0894}" type="presOf" srcId="{77C488D9-04B6-4CC7-9BBA-5A943C55FE7D}" destId="{07302743-630A-49E4-829F-9C08C505CAA6}" srcOrd="0" destOrd="0" presId="urn:microsoft.com/office/officeart/2005/8/layout/vList2"/>
    <dgm:cxn modelId="{AF28F5B2-0823-4067-B54F-14E003F55E34}" type="presOf" srcId="{318AFA4D-E1A1-4BD6-A49A-8108FE04734E}" destId="{7C41B610-DE84-4230-879D-0453FCFA1E05}" srcOrd="0" destOrd="0" presId="urn:microsoft.com/office/officeart/2005/8/layout/vList2"/>
    <dgm:cxn modelId="{8BC323BE-7458-409F-8B88-321F9FECCD48}" srcId="{AE219A70-A16F-4355-9D3D-C346BEC8D15D}" destId="{B2F650A3-95F1-4728-A860-1B93D070845A}" srcOrd="3" destOrd="0" parTransId="{47BDAFCE-3E8A-495B-8D11-1527E3E14EE8}" sibTransId="{6EE26DF6-7984-40EC-9FAA-D5C5B84B8784}"/>
    <dgm:cxn modelId="{642203C4-2BEF-45FF-97F7-FEA7077D0A96}" srcId="{AE219A70-A16F-4355-9D3D-C346BEC8D15D}" destId="{07D88DE2-20BF-4385-8FD0-870101519621}" srcOrd="2" destOrd="0" parTransId="{1018D3EC-484C-4C9D-8300-CF67AF6000BE}" sibTransId="{CF77C83A-2F4D-4AE6-840E-CF0021366E92}"/>
    <dgm:cxn modelId="{7DC084C5-47D8-41C3-B346-59F876272453}" srcId="{AE219A70-A16F-4355-9D3D-C346BEC8D15D}" destId="{77C488D9-04B6-4CC7-9BBA-5A943C55FE7D}" srcOrd="0" destOrd="0" parTransId="{4337A1FF-6D2D-4F82-BA9E-FA036D66AC27}" sibTransId="{8301FCB4-EF32-40F9-9D1E-87A5698D9517}"/>
    <dgm:cxn modelId="{E8427ED8-40F5-4197-ADFF-ECFB9F2021EC}" type="presOf" srcId="{B2F650A3-95F1-4728-A860-1B93D070845A}" destId="{A9A5239D-28D0-4768-8B4C-DC437F81AD50}" srcOrd="0" destOrd="0" presId="urn:microsoft.com/office/officeart/2005/8/layout/vList2"/>
    <dgm:cxn modelId="{25E6F63D-346A-4547-857B-722C6B0893FD}" type="presParOf" srcId="{A103BEAF-8036-45D5-8B36-17B9A8814139}" destId="{07302743-630A-49E4-829F-9C08C505CAA6}" srcOrd="0" destOrd="0" presId="urn:microsoft.com/office/officeart/2005/8/layout/vList2"/>
    <dgm:cxn modelId="{FBA04AAA-DE0B-49F9-A003-65743373E168}" type="presParOf" srcId="{A103BEAF-8036-45D5-8B36-17B9A8814139}" destId="{88303B95-B301-469C-80CE-9E1D69742C4E}" srcOrd="1" destOrd="0" presId="urn:microsoft.com/office/officeart/2005/8/layout/vList2"/>
    <dgm:cxn modelId="{F25355F3-D862-4B0D-AEE3-8A3966E2230B}" type="presParOf" srcId="{A103BEAF-8036-45D5-8B36-17B9A8814139}" destId="{7C41B610-DE84-4230-879D-0453FCFA1E05}" srcOrd="2" destOrd="0" presId="urn:microsoft.com/office/officeart/2005/8/layout/vList2"/>
    <dgm:cxn modelId="{9654B8F1-8B6D-4F40-9939-01E884D8E067}" type="presParOf" srcId="{A103BEAF-8036-45D5-8B36-17B9A8814139}" destId="{AB92B570-01C1-4D43-AD03-F60D6FBC0849}" srcOrd="3" destOrd="0" presId="urn:microsoft.com/office/officeart/2005/8/layout/vList2"/>
    <dgm:cxn modelId="{AE88B2CE-CD06-4B64-9513-D40706DEF54E}" type="presParOf" srcId="{A103BEAF-8036-45D5-8B36-17B9A8814139}" destId="{63F15F19-2D9C-4342-9E7D-B824AE92489D}" srcOrd="4" destOrd="0" presId="urn:microsoft.com/office/officeart/2005/8/layout/vList2"/>
    <dgm:cxn modelId="{1C111B74-2E6B-437B-95F9-73A58E79E38A}" type="presParOf" srcId="{A103BEAF-8036-45D5-8B36-17B9A8814139}" destId="{C8841EF6-DCF2-419A-B8F3-B7DFAE0A877B}" srcOrd="5" destOrd="0" presId="urn:microsoft.com/office/officeart/2005/8/layout/vList2"/>
    <dgm:cxn modelId="{7C5D8B1E-B99A-4AEC-95ED-48FC2F14B3C7}" type="presParOf" srcId="{A103BEAF-8036-45D5-8B36-17B9A8814139}" destId="{A9A5239D-28D0-4768-8B4C-DC437F81AD50}" srcOrd="6" destOrd="0" presId="urn:microsoft.com/office/officeart/2005/8/layout/vList2"/>
    <dgm:cxn modelId="{BA3B04ED-3B75-4978-B636-D51BCCB24D1C}" type="presParOf" srcId="{A103BEAF-8036-45D5-8B36-17B9A8814139}" destId="{2E1CE8DE-33AE-4C01-A210-6085A6277E75}" srcOrd="7" destOrd="0" presId="urn:microsoft.com/office/officeart/2005/8/layout/vList2"/>
    <dgm:cxn modelId="{687672F5-9231-4620-84CC-C59780F12E0D}" type="presParOf" srcId="{A103BEAF-8036-45D5-8B36-17B9A8814139}" destId="{58E5A8B5-10B0-4372-A78B-DFE9C68D08C2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7D8B51F0-1A05-4C10-BC47-42AFA4F27A45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B3A5ABE7-31FC-4386-BABF-1B9CADE8F3CE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 i="0" dirty="0"/>
            <a:t>• Smart Diet Planner simplifies healthy eating</a:t>
          </a:r>
          <a:endParaRPr lang="en-US" dirty="0"/>
        </a:p>
      </dgm:t>
    </dgm:pt>
    <dgm:pt modelId="{8E4330D8-7130-40D2-ACA1-8A98D8FC9F9A}" type="parTrans" cxnId="{F020D3F3-0035-4EA9-B000-B0CA3E064B92}">
      <dgm:prSet/>
      <dgm:spPr/>
      <dgm:t>
        <a:bodyPr/>
        <a:lstStyle/>
        <a:p>
          <a:endParaRPr lang="en-US"/>
        </a:p>
      </dgm:t>
    </dgm:pt>
    <dgm:pt modelId="{74A3B24A-A985-4BB0-9FB7-1D11EAC736AE}" type="sibTrans" cxnId="{F020D3F3-0035-4EA9-B000-B0CA3E064B92}">
      <dgm:prSet/>
      <dgm:spPr/>
      <dgm:t>
        <a:bodyPr/>
        <a:lstStyle/>
        <a:p>
          <a:endParaRPr lang="en-US"/>
        </a:p>
      </dgm:t>
    </dgm:pt>
    <dgm:pt modelId="{4348A8CD-DCB9-46EE-B465-E05B52468C2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 i="0" dirty="0"/>
            <a:t>• AI + Dialogflow + APIs = powerful combo</a:t>
          </a:r>
          <a:endParaRPr lang="en-US" dirty="0"/>
        </a:p>
      </dgm:t>
    </dgm:pt>
    <dgm:pt modelId="{B5ECDB47-BA96-46CE-B127-C5CDD5DF226F}" type="parTrans" cxnId="{FA4468B9-E4A0-45EA-87EA-2FB349821E7E}">
      <dgm:prSet/>
      <dgm:spPr/>
      <dgm:t>
        <a:bodyPr/>
        <a:lstStyle/>
        <a:p>
          <a:endParaRPr lang="en-US"/>
        </a:p>
      </dgm:t>
    </dgm:pt>
    <dgm:pt modelId="{35599B73-B1C2-48DB-8B78-9A33FC9D59B1}" type="sibTrans" cxnId="{FA4468B9-E4A0-45EA-87EA-2FB349821E7E}">
      <dgm:prSet/>
      <dgm:spPr/>
      <dgm:t>
        <a:bodyPr/>
        <a:lstStyle/>
        <a:p>
          <a:endParaRPr lang="en-US"/>
        </a:p>
      </dgm:t>
    </dgm:pt>
    <dgm:pt modelId="{4AB3BC8C-9143-48F2-A77B-48ACEBC1FC2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 i="0"/>
            <a:t>• Flexible design supports many diets</a:t>
          </a:r>
          <a:endParaRPr lang="en-US"/>
        </a:p>
      </dgm:t>
    </dgm:pt>
    <dgm:pt modelId="{3123EAE0-F484-4200-B5CC-FC14389C044B}" type="parTrans" cxnId="{5C9DD0E4-2574-4790-B151-F0378E256FE3}">
      <dgm:prSet/>
      <dgm:spPr/>
      <dgm:t>
        <a:bodyPr/>
        <a:lstStyle/>
        <a:p>
          <a:endParaRPr lang="en-US"/>
        </a:p>
      </dgm:t>
    </dgm:pt>
    <dgm:pt modelId="{F7A2D727-20F5-40AE-A0BE-CCFD0EB86F38}" type="sibTrans" cxnId="{5C9DD0E4-2574-4790-B151-F0378E256FE3}">
      <dgm:prSet/>
      <dgm:spPr/>
      <dgm:t>
        <a:bodyPr/>
        <a:lstStyle/>
        <a:p>
          <a:endParaRPr lang="en-US"/>
        </a:p>
      </dgm:t>
    </dgm:pt>
    <dgm:pt modelId="{B9282689-F83F-4226-A675-D2EBB3CFB96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 i="0"/>
            <a:t>• Strong foundation for future enhancements</a:t>
          </a:r>
          <a:endParaRPr lang="en-US"/>
        </a:p>
      </dgm:t>
    </dgm:pt>
    <dgm:pt modelId="{23EFB134-B1E3-47D4-ACF7-6D811DAABCB3}" type="parTrans" cxnId="{83CE9F4F-EDDE-4C7F-8240-734F32F181C3}">
      <dgm:prSet/>
      <dgm:spPr/>
      <dgm:t>
        <a:bodyPr/>
        <a:lstStyle/>
        <a:p>
          <a:endParaRPr lang="en-US"/>
        </a:p>
      </dgm:t>
    </dgm:pt>
    <dgm:pt modelId="{9368DF46-6609-451F-B4B7-0C8089339E3A}" type="sibTrans" cxnId="{83CE9F4F-EDDE-4C7F-8240-734F32F181C3}">
      <dgm:prSet/>
      <dgm:spPr/>
      <dgm:t>
        <a:bodyPr/>
        <a:lstStyle/>
        <a:p>
          <a:endParaRPr lang="en-US"/>
        </a:p>
      </dgm:t>
    </dgm:pt>
    <dgm:pt modelId="{6493D6D0-B8D5-4910-B34C-C842B531F6AE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 i="0"/>
            <a:t>• Thank you!</a:t>
          </a:r>
          <a:endParaRPr lang="en-US"/>
        </a:p>
      </dgm:t>
    </dgm:pt>
    <dgm:pt modelId="{44F9967B-E205-4A71-9AB6-13091D85C4C8}" type="parTrans" cxnId="{1781686D-0AFC-4EAC-8DFF-7B55426D52A0}">
      <dgm:prSet/>
      <dgm:spPr/>
      <dgm:t>
        <a:bodyPr/>
        <a:lstStyle/>
        <a:p>
          <a:endParaRPr lang="en-US"/>
        </a:p>
      </dgm:t>
    </dgm:pt>
    <dgm:pt modelId="{00F64BFF-DF2E-4950-8666-F6EF4A21898F}" type="sibTrans" cxnId="{1781686D-0AFC-4EAC-8DFF-7B55426D52A0}">
      <dgm:prSet/>
      <dgm:spPr/>
      <dgm:t>
        <a:bodyPr/>
        <a:lstStyle/>
        <a:p>
          <a:endParaRPr lang="en-US"/>
        </a:p>
      </dgm:t>
    </dgm:pt>
    <dgm:pt modelId="{1CA46987-9A71-4BE2-B370-D1286E1014E0}" type="pres">
      <dgm:prSet presAssocID="{7D8B51F0-1A05-4C10-BC47-42AFA4F27A45}" presName="root" presStyleCnt="0">
        <dgm:presLayoutVars>
          <dgm:dir/>
          <dgm:resizeHandles val="exact"/>
        </dgm:presLayoutVars>
      </dgm:prSet>
      <dgm:spPr/>
    </dgm:pt>
    <dgm:pt modelId="{D3CB15DE-8530-4611-84AC-819EBAA23FCC}" type="pres">
      <dgm:prSet presAssocID="{B3A5ABE7-31FC-4386-BABF-1B9CADE8F3CE}" presName="compNode" presStyleCnt="0"/>
      <dgm:spPr/>
    </dgm:pt>
    <dgm:pt modelId="{660EC9AE-2D2F-4B31-ACF5-6B489C5A7D4A}" type="pres">
      <dgm:prSet presAssocID="{B3A5ABE7-31FC-4386-BABF-1B9CADE8F3CE}" presName="iconBgRect" presStyleLbl="bgShp" presStyleIdx="0" presStyleCnt="5"/>
      <dgm:spPr/>
    </dgm:pt>
    <dgm:pt modelId="{9E4EB24B-0F19-4CC1-8788-C8B14CD576EB}" type="pres">
      <dgm:prSet presAssocID="{B3A5ABE7-31FC-4386-BABF-1B9CADE8F3CE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pple"/>
        </a:ext>
      </dgm:extLst>
    </dgm:pt>
    <dgm:pt modelId="{F7A67BC9-8660-40D8-AEA2-14B300050431}" type="pres">
      <dgm:prSet presAssocID="{B3A5ABE7-31FC-4386-BABF-1B9CADE8F3CE}" presName="spaceRect" presStyleCnt="0"/>
      <dgm:spPr/>
    </dgm:pt>
    <dgm:pt modelId="{BC610960-B065-48ED-A44F-8B2265482BA6}" type="pres">
      <dgm:prSet presAssocID="{B3A5ABE7-31FC-4386-BABF-1B9CADE8F3CE}" presName="textRect" presStyleLbl="revTx" presStyleIdx="0" presStyleCnt="5">
        <dgm:presLayoutVars>
          <dgm:chMax val="1"/>
          <dgm:chPref val="1"/>
        </dgm:presLayoutVars>
      </dgm:prSet>
      <dgm:spPr/>
    </dgm:pt>
    <dgm:pt modelId="{BF85D409-DAC5-4E11-A7BB-95B62C360E1B}" type="pres">
      <dgm:prSet presAssocID="{74A3B24A-A985-4BB0-9FB7-1D11EAC736AE}" presName="sibTrans" presStyleCnt="0"/>
      <dgm:spPr/>
    </dgm:pt>
    <dgm:pt modelId="{196BD152-065D-4CEF-996A-02F93A3AD4EF}" type="pres">
      <dgm:prSet presAssocID="{4348A8CD-DCB9-46EE-B465-E05B52468C27}" presName="compNode" presStyleCnt="0"/>
      <dgm:spPr/>
    </dgm:pt>
    <dgm:pt modelId="{6465D77C-5573-4E61-9ED9-2F3FB144F22A}" type="pres">
      <dgm:prSet presAssocID="{4348A8CD-DCB9-46EE-B465-E05B52468C27}" presName="iconBgRect" presStyleLbl="bgShp" presStyleIdx="1" presStyleCnt="5"/>
      <dgm:spPr/>
    </dgm:pt>
    <dgm:pt modelId="{5709A802-7496-4E4E-8720-22BA908B73CC}" type="pres">
      <dgm:prSet presAssocID="{4348A8CD-DCB9-46EE-B465-E05B52468C27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49B69721-4CD8-4F45-B5F1-F9036A7107CE}" type="pres">
      <dgm:prSet presAssocID="{4348A8CD-DCB9-46EE-B465-E05B52468C27}" presName="spaceRect" presStyleCnt="0"/>
      <dgm:spPr/>
    </dgm:pt>
    <dgm:pt modelId="{1D5245F3-4639-4C2E-A79B-9713697EDF2F}" type="pres">
      <dgm:prSet presAssocID="{4348A8CD-DCB9-46EE-B465-E05B52468C27}" presName="textRect" presStyleLbl="revTx" presStyleIdx="1" presStyleCnt="5">
        <dgm:presLayoutVars>
          <dgm:chMax val="1"/>
          <dgm:chPref val="1"/>
        </dgm:presLayoutVars>
      </dgm:prSet>
      <dgm:spPr/>
    </dgm:pt>
    <dgm:pt modelId="{880B8D33-30E1-4415-B7CC-6FBA940D7912}" type="pres">
      <dgm:prSet presAssocID="{35599B73-B1C2-48DB-8B78-9A33FC9D59B1}" presName="sibTrans" presStyleCnt="0"/>
      <dgm:spPr/>
    </dgm:pt>
    <dgm:pt modelId="{84AD4E10-B6C4-4E6E-B2D7-14B0D2FA8D87}" type="pres">
      <dgm:prSet presAssocID="{4AB3BC8C-9143-48F2-A77B-48ACEBC1FC2A}" presName="compNode" presStyleCnt="0"/>
      <dgm:spPr/>
    </dgm:pt>
    <dgm:pt modelId="{852961C4-ABD0-4EA9-A9E9-5392D4D5EF02}" type="pres">
      <dgm:prSet presAssocID="{4AB3BC8C-9143-48F2-A77B-48ACEBC1FC2A}" presName="iconBgRect" presStyleLbl="bgShp" presStyleIdx="2" presStyleCnt="5"/>
      <dgm:spPr/>
    </dgm:pt>
    <dgm:pt modelId="{1D0A0A2C-F412-4E49-8B3F-81057159F3C7}" type="pres">
      <dgm:prSet presAssocID="{4AB3BC8C-9143-48F2-A77B-48ACEBC1FC2A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sta"/>
        </a:ext>
      </dgm:extLst>
    </dgm:pt>
    <dgm:pt modelId="{8DD9589F-1D86-4B71-B865-F5E98D6F2B4D}" type="pres">
      <dgm:prSet presAssocID="{4AB3BC8C-9143-48F2-A77B-48ACEBC1FC2A}" presName="spaceRect" presStyleCnt="0"/>
      <dgm:spPr/>
    </dgm:pt>
    <dgm:pt modelId="{DA151F70-AB71-4C1F-9774-3C35D1331E03}" type="pres">
      <dgm:prSet presAssocID="{4AB3BC8C-9143-48F2-A77B-48ACEBC1FC2A}" presName="textRect" presStyleLbl="revTx" presStyleIdx="2" presStyleCnt="5">
        <dgm:presLayoutVars>
          <dgm:chMax val="1"/>
          <dgm:chPref val="1"/>
        </dgm:presLayoutVars>
      </dgm:prSet>
      <dgm:spPr/>
    </dgm:pt>
    <dgm:pt modelId="{715F82E6-0279-41E0-B835-52809389DC46}" type="pres">
      <dgm:prSet presAssocID="{F7A2D727-20F5-40AE-A0BE-CCFD0EB86F38}" presName="sibTrans" presStyleCnt="0"/>
      <dgm:spPr/>
    </dgm:pt>
    <dgm:pt modelId="{14DD1031-5990-4800-8C65-E00DB57C2817}" type="pres">
      <dgm:prSet presAssocID="{B9282689-F83F-4226-A675-D2EBB3CFB964}" presName="compNode" presStyleCnt="0"/>
      <dgm:spPr/>
    </dgm:pt>
    <dgm:pt modelId="{5DBE5E27-09A0-4F05-B460-41E66DB695EF}" type="pres">
      <dgm:prSet presAssocID="{B9282689-F83F-4226-A675-D2EBB3CFB964}" presName="iconBgRect" presStyleLbl="bgShp" presStyleIdx="3" presStyleCnt="5"/>
      <dgm:spPr/>
    </dgm:pt>
    <dgm:pt modelId="{86B8CFF9-3BA3-4370-AC04-038807988007}" type="pres">
      <dgm:prSet presAssocID="{B9282689-F83F-4226-A675-D2EBB3CFB964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0F04F900-0F10-4A91-A6B1-1277CACAD343}" type="pres">
      <dgm:prSet presAssocID="{B9282689-F83F-4226-A675-D2EBB3CFB964}" presName="spaceRect" presStyleCnt="0"/>
      <dgm:spPr/>
    </dgm:pt>
    <dgm:pt modelId="{74F9B21F-047D-48AE-87FB-16CE056D3A71}" type="pres">
      <dgm:prSet presAssocID="{B9282689-F83F-4226-A675-D2EBB3CFB964}" presName="textRect" presStyleLbl="revTx" presStyleIdx="3" presStyleCnt="5">
        <dgm:presLayoutVars>
          <dgm:chMax val="1"/>
          <dgm:chPref val="1"/>
        </dgm:presLayoutVars>
      </dgm:prSet>
      <dgm:spPr/>
    </dgm:pt>
    <dgm:pt modelId="{2C1667BD-F206-4B00-87BE-5DFDCD5EB8B3}" type="pres">
      <dgm:prSet presAssocID="{9368DF46-6609-451F-B4B7-0C8089339E3A}" presName="sibTrans" presStyleCnt="0"/>
      <dgm:spPr/>
    </dgm:pt>
    <dgm:pt modelId="{49647D35-3787-4FCF-9474-E3C58A954150}" type="pres">
      <dgm:prSet presAssocID="{6493D6D0-B8D5-4910-B34C-C842B531F6AE}" presName="compNode" presStyleCnt="0"/>
      <dgm:spPr/>
    </dgm:pt>
    <dgm:pt modelId="{529458AB-B4FE-4DE3-9CA7-E394F81C7B7F}" type="pres">
      <dgm:prSet presAssocID="{6493D6D0-B8D5-4910-B34C-C842B531F6AE}" presName="iconBgRect" presStyleLbl="bgShp" presStyleIdx="4" presStyleCnt="5"/>
      <dgm:spPr/>
    </dgm:pt>
    <dgm:pt modelId="{94788AC8-B0CE-4709-B152-E7A646EDFB85}" type="pres">
      <dgm:prSet presAssocID="{6493D6D0-B8D5-4910-B34C-C842B531F6AE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are With Person"/>
        </a:ext>
      </dgm:extLst>
    </dgm:pt>
    <dgm:pt modelId="{721D64D2-FC04-4856-919D-75226EE182B2}" type="pres">
      <dgm:prSet presAssocID="{6493D6D0-B8D5-4910-B34C-C842B531F6AE}" presName="spaceRect" presStyleCnt="0"/>
      <dgm:spPr/>
    </dgm:pt>
    <dgm:pt modelId="{A653A1D0-F774-4904-AC03-FB08C6992EA3}" type="pres">
      <dgm:prSet presAssocID="{6493D6D0-B8D5-4910-B34C-C842B531F6AE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2E23290A-D08E-4A42-AD91-DB88A63B2117}" type="presOf" srcId="{4348A8CD-DCB9-46EE-B465-E05B52468C27}" destId="{1D5245F3-4639-4C2E-A79B-9713697EDF2F}" srcOrd="0" destOrd="0" presId="urn:microsoft.com/office/officeart/2018/5/layout/IconCircleLabelList"/>
    <dgm:cxn modelId="{9D089B19-F932-4E22-80AC-4FFE4C3FB0BC}" type="presOf" srcId="{B3A5ABE7-31FC-4386-BABF-1B9CADE8F3CE}" destId="{BC610960-B065-48ED-A44F-8B2265482BA6}" srcOrd="0" destOrd="0" presId="urn:microsoft.com/office/officeart/2018/5/layout/IconCircleLabelList"/>
    <dgm:cxn modelId="{1781686D-0AFC-4EAC-8DFF-7B55426D52A0}" srcId="{7D8B51F0-1A05-4C10-BC47-42AFA4F27A45}" destId="{6493D6D0-B8D5-4910-B34C-C842B531F6AE}" srcOrd="4" destOrd="0" parTransId="{44F9967B-E205-4A71-9AB6-13091D85C4C8}" sibTransId="{00F64BFF-DF2E-4950-8666-F6EF4A21898F}"/>
    <dgm:cxn modelId="{83CE9F4F-EDDE-4C7F-8240-734F32F181C3}" srcId="{7D8B51F0-1A05-4C10-BC47-42AFA4F27A45}" destId="{B9282689-F83F-4226-A675-D2EBB3CFB964}" srcOrd="3" destOrd="0" parTransId="{23EFB134-B1E3-47D4-ACF7-6D811DAABCB3}" sibTransId="{9368DF46-6609-451F-B4B7-0C8089339E3A}"/>
    <dgm:cxn modelId="{424EE489-ACF6-47C5-AFE2-803F03356BDD}" type="presOf" srcId="{7D8B51F0-1A05-4C10-BC47-42AFA4F27A45}" destId="{1CA46987-9A71-4BE2-B370-D1286E1014E0}" srcOrd="0" destOrd="0" presId="urn:microsoft.com/office/officeart/2018/5/layout/IconCircleLabelList"/>
    <dgm:cxn modelId="{793170A7-FF93-4F15-9DC0-62A2B1F9B309}" type="presOf" srcId="{B9282689-F83F-4226-A675-D2EBB3CFB964}" destId="{74F9B21F-047D-48AE-87FB-16CE056D3A71}" srcOrd="0" destOrd="0" presId="urn:microsoft.com/office/officeart/2018/5/layout/IconCircleLabelList"/>
    <dgm:cxn modelId="{FA4468B9-E4A0-45EA-87EA-2FB349821E7E}" srcId="{7D8B51F0-1A05-4C10-BC47-42AFA4F27A45}" destId="{4348A8CD-DCB9-46EE-B465-E05B52468C27}" srcOrd="1" destOrd="0" parTransId="{B5ECDB47-BA96-46CE-B127-C5CDD5DF226F}" sibTransId="{35599B73-B1C2-48DB-8B78-9A33FC9D59B1}"/>
    <dgm:cxn modelId="{D289E2C6-F0F3-4778-BE4A-4CFFED64F17B}" type="presOf" srcId="{4AB3BC8C-9143-48F2-A77B-48ACEBC1FC2A}" destId="{DA151F70-AB71-4C1F-9774-3C35D1331E03}" srcOrd="0" destOrd="0" presId="urn:microsoft.com/office/officeart/2018/5/layout/IconCircleLabelList"/>
    <dgm:cxn modelId="{5C9DD0E4-2574-4790-B151-F0378E256FE3}" srcId="{7D8B51F0-1A05-4C10-BC47-42AFA4F27A45}" destId="{4AB3BC8C-9143-48F2-A77B-48ACEBC1FC2A}" srcOrd="2" destOrd="0" parTransId="{3123EAE0-F484-4200-B5CC-FC14389C044B}" sibTransId="{F7A2D727-20F5-40AE-A0BE-CCFD0EB86F38}"/>
    <dgm:cxn modelId="{F020D3F3-0035-4EA9-B000-B0CA3E064B92}" srcId="{7D8B51F0-1A05-4C10-BC47-42AFA4F27A45}" destId="{B3A5ABE7-31FC-4386-BABF-1B9CADE8F3CE}" srcOrd="0" destOrd="0" parTransId="{8E4330D8-7130-40D2-ACA1-8A98D8FC9F9A}" sibTransId="{74A3B24A-A985-4BB0-9FB7-1D11EAC736AE}"/>
    <dgm:cxn modelId="{D0E47BF7-E99E-4B78-8648-972C5F64D092}" type="presOf" srcId="{6493D6D0-B8D5-4910-B34C-C842B531F6AE}" destId="{A653A1D0-F774-4904-AC03-FB08C6992EA3}" srcOrd="0" destOrd="0" presId="urn:microsoft.com/office/officeart/2018/5/layout/IconCircleLabelList"/>
    <dgm:cxn modelId="{1636DE8A-3DD2-4986-BBD3-7F8E9CFF48BC}" type="presParOf" srcId="{1CA46987-9A71-4BE2-B370-D1286E1014E0}" destId="{D3CB15DE-8530-4611-84AC-819EBAA23FCC}" srcOrd="0" destOrd="0" presId="urn:microsoft.com/office/officeart/2018/5/layout/IconCircleLabelList"/>
    <dgm:cxn modelId="{6234783C-FF71-45A2-A3F1-AD65142687C2}" type="presParOf" srcId="{D3CB15DE-8530-4611-84AC-819EBAA23FCC}" destId="{660EC9AE-2D2F-4B31-ACF5-6B489C5A7D4A}" srcOrd="0" destOrd="0" presId="urn:microsoft.com/office/officeart/2018/5/layout/IconCircleLabelList"/>
    <dgm:cxn modelId="{F41747DE-1579-4514-AE22-F728FE060B0C}" type="presParOf" srcId="{D3CB15DE-8530-4611-84AC-819EBAA23FCC}" destId="{9E4EB24B-0F19-4CC1-8788-C8B14CD576EB}" srcOrd="1" destOrd="0" presId="urn:microsoft.com/office/officeart/2018/5/layout/IconCircleLabelList"/>
    <dgm:cxn modelId="{76D0405F-B896-448A-A37C-1FC72FF2B587}" type="presParOf" srcId="{D3CB15DE-8530-4611-84AC-819EBAA23FCC}" destId="{F7A67BC9-8660-40D8-AEA2-14B300050431}" srcOrd="2" destOrd="0" presId="urn:microsoft.com/office/officeart/2018/5/layout/IconCircleLabelList"/>
    <dgm:cxn modelId="{BF38CE3A-E5D3-41EA-ADF6-F0379DD92A0C}" type="presParOf" srcId="{D3CB15DE-8530-4611-84AC-819EBAA23FCC}" destId="{BC610960-B065-48ED-A44F-8B2265482BA6}" srcOrd="3" destOrd="0" presId="urn:microsoft.com/office/officeart/2018/5/layout/IconCircleLabelList"/>
    <dgm:cxn modelId="{F910106A-5F31-42C0-B5ED-B7091CDC827D}" type="presParOf" srcId="{1CA46987-9A71-4BE2-B370-D1286E1014E0}" destId="{BF85D409-DAC5-4E11-A7BB-95B62C360E1B}" srcOrd="1" destOrd="0" presId="urn:microsoft.com/office/officeart/2018/5/layout/IconCircleLabelList"/>
    <dgm:cxn modelId="{16208F04-AC10-4B1F-A8DB-F92562E1A8F3}" type="presParOf" srcId="{1CA46987-9A71-4BE2-B370-D1286E1014E0}" destId="{196BD152-065D-4CEF-996A-02F93A3AD4EF}" srcOrd="2" destOrd="0" presId="urn:microsoft.com/office/officeart/2018/5/layout/IconCircleLabelList"/>
    <dgm:cxn modelId="{2FE85236-A5C0-415E-9A23-669883C39963}" type="presParOf" srcId="{196BD152-065D-4CEF-996A-02F93A3AD4EF}" destId="{6465D77C-5573-4E61-9ED9-2F3FB144F22A}" srcOrd="0" destOrd="0" presId="urn:microsoft.com/office/officeart/2018/5/layout/IconCircleLabelList"/>
    <dgm:cxn modelId="{CD0CD411-6319-4D74-99E8-1A248921376A}" type="presParOf" srcId="{196BD152-065D-4CEF-996A-02F93A3AD4EF}" destId="{5709A802-7496-4E4E-8720-22BA908B73CC}" srcOrd="1" destOrd="0" presId="urn:microsoft.com/office/officeart/2018/5/layout/IconCircleLabelList"/>
    <dgm:cxn modelId="{592744EF-1CFE-4FF9-824C-15637453FEF7}" type="presParOf" srcId="{196BD152-065D-4CEF-996A-02F93A3AD4EF}" destId="{49B69721-4CD8-4F45-B5F1-F9036A7107CE}" srcOrd="2" destOrd="0" presId="urn:microsoft.com/office/officeart/2018/5/layout/IconCircleLabelList"/>
    <dgm:cxn modelId="{9A2EC4EB-6077-4340-878D-8C19B0911DDF}" type="presParOf" srcId="{196BD152-065D-4CEF-996A-02F93A3AD4EF}" destId="{1D5245F3-4639-4C2E-A79B-9713697EDF2F}" srcOrd="3" destOrd="0" presId="urn:microsoft.com/office/officeart/2018/5/layout/IconCircleLabelList"/>
    <dgm:cxn modelId="{76C32F2B-FC14-4512-8106-D0A4C2F01823}" type="presParOf" srcId="{1CA46987-9A71-4BE2-B370-D1286E1014E0}" destId="{880B8D33-30E1-4415-B7CC-6FBA940D7912}" srcOrd="3" destOrd="0" presId="urn:microsoft.com/office/officeart/2018/5/layout/IconCircleLabelList"/>
    <dgm:cxn modelId="{CBC19BAD-024B-4163-A836-1622D47AB975}" type="presParOf" srcId="{1CA46987-9A71-4BE2-B370-D1286E1014E0}" destId="{84AD4E10-B6C4-4E6E-B2D7-14B0D2FA8D87}" srcOrd="4" destOrd="0" presId="urn:microsoft.com/office/officeart/2018/5/layout/IconCircleLabelList"/>
    <dgm:cxn modelId="{E7F4F340-634C-497E-8FF0-74762B6D7569}" type="presParOf" srcId="{84AD4E10-B6C4-4E6E-B2D7-14B0D2FA8D87}" destId="{852961C4-ABD0-4EA9-A9E9-5392D4D5EF02}" srcOrd="0" destOrd="0" presId="urn:microsoft.com/office/officeart/2018/5/layout/IconCircleLabelList"/>
    <dgm:cxn modelId="{6F0E9226-1F23-4D0D-894F-49A2EC0DF343}" type="presParOf" srcId="{84AD4E10-B6C4-4E6E-B2D7-14B0D2FA8D87}" destId="{1D0A0A2C-F412-4E49-8B3F-81057159F3C7}" srcOrd="1" destOrd="0" presId="urn:microsoft.com/office/officeart/2018/5/layout/IconCircleLabelList"/>
    <dgm:cxn modelId="{A19AD10C-9261-417A-A16C-BDA26D17F4E0}" type="presParOf" srcId="{84AD4E10-B6C4-4E6E-B2D7-14B0D2FA8D87}" destId="{8DD9589F-1D86-4B71-B865-F5E98D6F2B4D}" srcOrd="2" destOrd="0" presId="urn:microsoft.com/office/officeart/2018/5/layout/IconCircleLabelList"/>
    <dgm:cxn modelId="{687BF0A5-CEBF-4EDC-BD7D-855880EC7489}" type="presParOf" srcId="{84AD4E10-B6C4-4E6E-B2D7-14B0D2FA8D87}" destId="{DA151F70-AB71-4C1F-9774-3C35D1331E03}" srcOrd="3" destOrd="0" presId="urn:microsoft.com/office/officeart/2018/5/layout/IconCircleLabelList"/>
    <dgm:cxn modelId="{DCB77A52-5ED3-4511-B51D-204089A79C0D}" type="presParOf" srcId="{1CA46987-9A71-4BE2-B370-D1286E1014E0}" destId="{715F82E6-0279-41E0-B835-52809389DC46}" srcOrd="5" destOrd="0" presId="urn:microsoft.com/office/officeart/2018/5/layout/IconCircleLabelList"/>
    <dgm:cxn modelId="{D231BC56-DAE8-424F-8232-6309692FF24B}" type="presParOf" srcId="{1CA46987-9A71-4BE2-B370-D1286E1014E0}" destId="{14DD1031-5990-4800-8C65-E00DB57C2817}" srcOrd="6" destOrd="0" presId="urn:microsoft.com/office/officeart/2018/5/layout/IconCircleLabelList"/>
    <dgm:cxn modelId="{5E1C6AB4-2996-4544-9C73-F5544E9015D1}" type="presParOf" srcId="{14DD1031-5990-4800-8C65-E00DB57C2817}" destId="{5DBE5E27-09A0-4F05-B460-41E66DB695EF}" srcOrd="0" destOrd="0" presId="urn:microsoft.com/office/officeart/2018/5/layout/IconCircleLabelList"/>
    <dgm:cxn modelId="{BAF61AA4-E11A-4981-BEA5-553E0ACE6BB8}" type="presParOf" srcId="{14DD1031-5990-4800-8C65-E00DB57C2817}" destId="{86B8CFF9-3BA3-4370-AC04-038807988007}" srcOrd="1" destOrd="0" presId="urn:microsoft.com/office/officeart/2018/5/layout/IconCircleLabelList"/>
    <dgm:cxn modelId="{16EED0FD-A06E-4E23-BC35-BB08E02F36FE}" type="presParOf" srcId="{14DD1031-5990-4800-8C65-E00DB57C2817}" destId="{0F04F900-0F10-4A91-A6B1-1277CACAD343}" srcOrd="2" destOrd="0" presId="urn:microsoft.com/office/officeart/2018/5/layout/IconCircleLabelList"/>
    <dgm:cxn modelId="{7C1FB988-324E-4715-BC42-F077B7679E26}" type="presParOf" srcId="{14DD1031-5990-4800-8C65-E00DB57C2817}" destId="{74F9B21F-047D-48AE-87FB-16CE056D3A71}" srcOrd="3" destOrd="0" presId="urn:microsoft.com/office/officeart/2018/5/layout/IconCircleLabelList"/>
    <dgm:cxn modelId="{8654E676-BB77-4441-8AC1-39F3E7D29363}" type="presParOf" srcId="{1CA46987-9A71-4BE2-B370-D1286E1014E0}" destId="{2C1667BD-F206-4B00-87BE-5DFDCD5EB8B3}" srcOrd="7" destOrd="0" presId="urn:microsoft.com/office/officeart/2018/5/layout/IconCircleLabelList"/>
    <dgm:cxn modelId="{161ABCA8-4240-415C-A77C-6F57B96282C3}" type="presParOf" srcId="{1CA46987-9A71-4BE2-B370-D1286E1014E0}" destId="{49647D35-3787-4FCF-9474-E3C58A954150}" srcOrd="8" destOrd="0" presId="urn:microsoft.com/office/officeart/2018/5/layout/IconCircleLabelList"/>
    <dgm:cxn modelId="{9D272D83-19DD-4B5B-830C-7F98144BDF67}" type="presParOf" srcId="{49647D35-3787-4FCF-9474-E3C58A954150}" destId="{529458AB-B4FE-4DE3-9CA7-E394F81C7B7F}" srcOrd="0" destOrd="0" presId="urn:microsoft.com/office/officeart/2018/5/layout/IconCircleLabelList"/>
    <dgm:cxn modelId="{EACE8C35-4C2C-4DD9-8F1A-4EED45E94BD4}" type="presParOf" srcId="{49647D35-3787-4FCF-9474-E3C58A954150}" destId="{94788AC8-B0CE-4709-B152-E7A646EDFB85}" srcOrd="1" destOrd="0" presId="urn:microsoft.com/office/officeart/2018/5/layout/IconCircleLabelList"/>
    <dgm:cxn modelId="{94E04F66-5332-4EE0-9D8D-4D4E6E57F169}" type="presParOf" srcId="{49647D35-3787-4FCF-9474-E3C58A954150}" destId="{721D64D2-FC04-4856-919D-75226EE182B2}" srcOrd="2" destOrd="0" presId="urn:microsoft.com/office/officeart/2018/5/layout/IconCircleLabelList"/>
    <dgm:cxn modelId="{860A1CE4-6F69-440B-B078-D5E72661502D}" type="presParOf" srcId="{49647D35-3787-4FCF-9474-E3C58A954150}" destId="{A653A1D0-F774-4904-AC03-FB08C6992EA3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716DA0-2CBF-4524-B164-22BB5D5FBC48}">
      <dsp:nvSpPr>
        <dsp:cNvPr id="0" name=""/>
        <dsp:cNvSpPr/>
      </dsp:nvSpPr>
      <dsp:spPr>
        <a:xfrm>
          <a:off x="0" y="0"/>
          <a:ext cx="5642611" cy="89241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/>
            <a:t>• AI-powered nutrition &amp; meal planning assistant</a:t>
          </a:r>
          <a:endParaRPr lang="en-US" sz="2400" kern="1200"/>
        </a:p>
      </dsp:txBody>
      <dsp:txXfrm>
        <a:off x="26138" y="26138"/>
        <a:ext cx="4604216" cy="840139"/>
      </dsp:txXfrm>
    </dsp:sp>
    <dsp:sp modelId="{06C73EC3-A1FD-4CDD-833E-72AA3211065A}">
      <dsp:nvSpPr>
        <dsp:cNvPr id="0" name=""/>
        <dsp:cNvSpPr/>
      </dsp:nvSpPr>
      <dsp:spPr>
        <a:xfrm>
          <a:off x="472568" y="1054672"/>
          <a:ext cx="5642611" cy="89241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/>
            <a:t>• Built with Dialogflow + Python backend</a:t>
          </a:r>
          <a:endParaRPr lang="en-US" sz="2400" kern="1200" dirty="0"/>
        </a:p>
      </dsp:txBody>
      <dsp:txXfrm>
        <a:off x="498706" y="1080810"/>
        <a:ext cx="4537696" cy="840139"/>
      </dsp:txXfrm>
    </dsp:sp>
    <dsp:sp modelId="{1043109D-0080-44C3-8753-CA811E371BBF}">
      <dsp:nvSpPr>
        <dsp:cNvPr id="0" name=""/>
        <dsp:cNvSpPr/>
      </dsp:nvSpPr>
      <dsp:spPr>
        <a:xfrm>
          <a:off x="938084" y="2109345"/>
          <a:ext cx="5642611" cy="89241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/>
            <a:t>• Helps users generate personalized meal plans</a:t>
          </a:r>
          <a:endParaRPr lang="en-US" sz="2400" kern="1200" dirty="0"/>
        </a:p>
      </dsp:txBody>
      <dsp:txXfrm>
        <a:off x="964222" y="2135483"/>
        <a:ext cx="4544749" cy="840139"/>
      </dsp:txXfrm>
    </dsp:sp>
    <dsp:sp modelId="{DEB0A16B-47DD-47C1-9009-F63EE38FF4E3}">
      <dsp:nvSpPr>
        <dsp:cNvPr id="0" name=""/>
        <dsp:cNvSpPr/>
      </dsp:nvSpPr>
      <dsp:spPr>
        <a:xfrm>
          <a:off x="1410652" y="3164018"/>
          <a:ext cx="5642611" cy="89241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/>
            <a:t>• Focuses on healthy choices, accessibility, and ease of use</a:t>
          </a:r>
          <a:endParaRPr lang="en-US" sz="2400" kern="1200"/>
        </a:p>
      </dsp:txBody>
      <dsp:txXfrm>
        <a:off x="1436790" y="3190156"/>
        <a:ext cx="4537696" cy="840139"/>
      </dsp:txXfrm>
    </dsp:sp>
    <dsp:sp modelId="{EFFCDEC9-57C0-43BF-A743-7D05755B2721}">
      <dsp:nvSpPr>
        <dsp:cNvPr id="0" name=""/>
        <dsp:cNvSpPr/>
      </dsp:nvSpPr>
      <dsp:spPr>
        <a:xfrm>
          <a:off x="5062541" y="683509"/>
          <a:ext cx="580070" cy="58007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5193057" y="683509"/>
        <a:ext cx="319038" cy="436503"/>
      </dsp:txXfrm>
    </dsp:sp>
    <dsp:sp modelId="{F40DBAD0-AC94-4AC0-9B61-54EA5F14C337}">
      <dsp:nvSpPr>
        <dsp:cNvPr id="0" name=""/>
        <dsp:cNvSpPr/>
      </dsp:nvSpPr>
      <dsp:spPr>
        <a:xfrm>
          <a:off x="5535109" y="1738181"/>
          <a:ext cx="580070" cy="580070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5665625" y="1738181"/>
        <a:ext cx="319038" cy="436503"/>
      </dsp:txXfrm>
    </dsp:sp>
    <dsp:sp modelId="{6B7EF25D-3DBE-466F-A00C-72BC8AA90F74}">
      <dsp:nvSpPr>
        <dsp:cNvPr id="0" name=""/>
        <dsp:cNvSpPr/>
      </dsp:nvSpPr>
      <dsp:spPr>
        <a:xfrm>
          <a:off x="6000625" y="2792854"/>
          <a:ext cx="580070" cy="580070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6131141" y="2792854"/>
        <a:ext cx="319038" cy="43650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6343CC-CAF3-4D73-9C88-78E74BF29767}">
      <dsp:nvSpPr>
        <dsp:cNvPr id="0" name=""/>
        <dsp:cNvSpPr/>
      </dsp:nvSpPr>
      <dsp:spPr>
        <a:xfrm>
          <a:off x="431256" y="1244619"/>
          <a:ext cx="700839" cy="70083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7E4849-5A99-45A2-B113-C151ABC96009}">
      <dsp:nvSpPr>
        <dsp:cNvPr id="0" name=""/>
        <dsp:cNvSpPr/>
      </dsp:nvSpPr>
      <dsp:spPr>
        <a:xfrm>
          <a:off x="2965" y="2188845"/>
          <a:ext cx="1557421" cy="622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dirty="0"/>
            <a:t>• Many people struggle to plan healthy meals</a:t>
          </a:r>
          <a:endParaRPr lang="en-US" sz="1500" kern="1200" dirty="0"/>
        </a:p>
      </dsp:txBody>
      <dsp:txXfrm>
        <a:off x="2965" y="2188845"/>
        <a:ext cx="1557421" cy="622968"/>
      </dsp:txXfrm>
    </dsp:sp>
    <dsp:sp modelId="{F2CC7DEE-EF93-4F54-A4EA-45B8026E756D}">
      <dsp:nvSpPr>
        <dsp:cNvPr id="0" name=""/>
        <dsp:cNvSpPr/>
      </dsp:nvSpPr>
      <dsp:spPr>
        <a:xfrm>
          <a:off x="2261226" y="1244619"/>
          <a:ext cx="700839" cy="70083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AB9565-8A2D-4242-932A-A3A9EFA5D455}">
      <dsp:nvSpPr>
        <dsp:cNvPr id="0" name=""/>
        <dsp:cNvSpPr/>
      </dsp:nvSpPr>
      <dsp:spPr>
        <a:xfrm>
          <a:off x="1832935" y="2188845"/>
          <a:ext cx="1557421" cy="622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/>
            <a:t>• Nutrition research is time‑consuming</a:t>
          </a:r>
          <a:endParaRPr lang="en-US" sz="1500" kern="1200"/>
        </a:p>
      </dsp:txBody>
      <dsp:txXfrm>
        <a:off x="1832935" y="2188845"/>
        <a:ext cx="1557421" cy="622968"/>
      </dsp:txXfrm>
    </dsp:sp>
    <dsp:sp modelId="{CFFCE0E7-17B0-4A78-95D6-C1A7DE531B87}">
      <dsp:nvSpPr>
        <dsp:cNvPr id="0" name=""/>
        <dsp:cNvSpPr/>
      </dsp:nvSpPr>
      <dsp:spPr>
        <a:xfrm>
          <a:off x="4091197" y="1244619"/>
          <a:ext cx="700839" cy="70083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93E729-EE70-479C-BE59-18EC9151F26B}">
      <dsp:nvSpPr>
        <dsp:cNvPr id="0" name=""/>
        <dsp:cNvSpPr/>
      </dsp:nvSpPr>
      <dsp:spPr>
        <a:xfrm>
          <a:off x="3662906" y="2188845"/>
          <a:ext cx="1557421" cy="622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/>
            <a:t>• Most apps require paid subscriptions</a:t>
          </a:r>
          <a:endParaRPr lang="en-US" sz="1500" kern="1200"/>
        </a:p>
      </dsp:txBody>
      <dsp:txXfrm>
        <a:off x="3662906" y="2188845"/>
        <a:ext cx="1557421" cy="622968"/>
      </dsp:txXfrm>
    </dsp:sp>
    <dsp:sp modelId="{BBAEC38C-AAF4-424E-8336-CF5A53A0D62F}">
      <dsp:nvSpPr>
        <dsp:cNvPr id="0" name=""/>
        <dsp:cNvSpPr/>
      </dsp:nvSpPr>
      <dsp:spPr>
        <a:xfrm>
          <a:off x="5921168" y="1244619"/>
          <a:ext cx="700839" cy="70083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995698-ACAA-4C07-8E4C-1E80F2E4DA58}">
      <dsp:nvSpPr>
        <dsp:cNvPr id="0" name=""/>
        <dsp:cNvSpPr/>
      </dsp:nvSpPr>
      <dsp:spPr>
        <a:xfrm>
          <a:off x="5492877" y="2188845"/>
          <a:ext cx="1557421" cy="622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/>
            <a:t>• Need a simple, automated meal planning solution</a:t>
          </a:r>
          <a:endParaRPr lang="en-US" sz="1500" kern="1200"/>
        </a:p>
      </dsp:txBody>
      <dsp:txXfrm>
        <a:off x="5492877" y="2188845"/>
        <a:ext cx="1557421" cy="62296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BA871D-97C3-4F7A-BCAA-B5DE9A881EFC}">
      <dsp:nvSpPr>
        <dsp:cNvPr id="0" name=""/>
        <dsp:cNvSpPr/>
      </dsp:nvSpPr>
      <dsp:spPr>
        <a:xfrm>
          <a:off x="1168053" y="322383"/>
          <a:ext cx="703212" cy="7032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1FA824-E26C-4B30-802D-B63E965C1985}">
      <dsp:nvSpPr>
        <dsp:cNvPr id="0" name=""/>
        <dsp:cNvSpPr/>
      </dsp:nvSpPr>
      <dsp:spPr>
        <a:xfrm>
          <a:off x="738312" y="1277325"/>
          <a:ext cx="1562695" cy="6250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/>
            <a:t>• User input → Intent + entity extraction</a:t>
          </a:r>
          <a:endParaRPr lang="en-US" sz="1400" kern="1200"/>
        </a:p>
      </dsp:txBody>
      <dsp:txXfrm>
        <a:off x="738312" y="1277325"/>
        <a:ext cx="1562695" cy="625078"/>
      </dsp:txXfrm>
    </dsp:sp>
    <dsp:sp modelId="{F2180372-FA94-46D4-810E-472F38CBA0A1}">
      <dsp:nvSpPr>
        <dsp:cNvPr id="0" name=""/>
        <dsp:cNvSpPr/>
      </dsp:nvSpPr>
      <dsp:spPr>
        <a:xfrm>
          <a:off x="3004220" y="322383"/>
          <a:ext cx="703212" cy="7032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06B918-787E-4B22-B483-B2E4CACCDB20}">
      <dsp:nvSpPr>
        <dsp:cNvPr id="0" name=""/>
        <dsp:cNvSpPr/>
      </dsp:nvSpPr>
      <dsp:spPr>
        <a:xfrm>
          <a:off x="2574479" y="1277325"/>
          <a:ext cx="1562695" cy="6250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/>
            <a:t>• Webhook sends request to Python backend</a:t>
          </a:r>
          <a:endParaRPr lang="en-US" sz="1400" kern="1200"/>
        </a:p>
      </dsp:txBody>
      <dsp:txXfrm>
        <a:off x="2574479" y="1277325"/>
        <a:ext cx="1562695" cy="625078"/>
      </dsp:txXfrm>
    </dsp:sp>
    <dsp:sp modelId="{A7D148BA-DF97-42D4-BA89-4E90A75DB997}">
      <dsp:nvSpPr>
        <dsp:cNvPr id="0" name=""/>
        <dsp:cNvSpPr/>
      </dsp:nvSpPr>
      <dsp:spPr>
        <a:xfrm>
          <a:off x="4840387" y="322383"/>
          <a:ext cx="703212" cy="7032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12DA89-4DE1-4898-AF13-67E6ADE615D5}">
      <dsp:nvSpPr>
        <dsp:cNvPr id="0" name=""/>
        <dsp:cNvSpPr/>
      </dsp:nvSpPr>
      <dsp:spPr>
        <a:xfrm>
          <a:off x="4410646" y="1277325"/>
          <a:ext cx="1562695" cy="6250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/>
            <a:t>• AI logic generates personalized plan</a:t>
          </a:r>
          <a:endParaRPr lang="en-US" sz="1400" kern="1200"/>
        </a:p>
      </dsp:txBody>
      <dsp:txXfrm>
        <a:off x="4410646" y="1277325"/>
        <a:ext cx="1562695" cy="625078"/>
      </dsp:txXfrm>
    </dsp:sp>
    <dsp:sp modelId="{458A223D-08C2-4714-9855-6D5FBF7A9AD3}">
      <dsp:nvSpPr>
        <dsp:cNvPr id="0" name=""/>
        <dsp:cNvSpPr/>
      </dsp:nvSpPr>
      <dsp:spPr>
        <a:xfrm>
          <a:off x="3004220" y="2293077"/>
          <a:ext cx="703212" cy="70321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BAFB3B-4CA5-433F-A476-BA5756614CA0}">
      <dsp:nvSpPr>
        <dsp:cNvPr id="0" name=""/>
        <dsp:cNvSpPr/>
      </dsp:nvSpPr>
      <dsp:spPr>
        <a:xfrm>
          <a:off x="2574479" y="3248019"/>
          <a:ext cx="1562695" cy="6250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/>
            <a:t>• Response sent back to user in chat</a:t>
          </a:r>
          <a:endParaRPr lang="en-US" sz="1400" kern="1200"/>
        </a:p>
      </dsp:txBody>
      <dsp:txXfrm>
        <a:off x="2574479" y="3248019"/>
        <a:ext cx="1562695" cy="62507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19350C-2B6E-4A37-AD1A-B0D61DE62E09}">
      <dsp:nvSpPr>
        <dsp:cNvPr id="0" name=""/>
        <dsp:cNvSpPr/>
      </dsp:nvSpPr>
      <dsp:spPr>
        <a:xfrm>
          <a:off x="1168053" y="322383"/>
          <a:ext cx="703212" cy="7032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52A69E-2DE1-4C30-86C5-E852BA5D50FA}">
      <dsp:nvSpPr>
        <dsp:cNvPr id="0" name=""/>
        <dsp:cNvSpPr/>
      </dsp:nvSpPr>
      <dsp:spPr>
        <a:xfrm>
          <a:off x="738312" y="1277325"/>
          <a:ext cx="1562695" cy="6250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/>
            <a:t>• Read days, diet type, preferences</a:t>
          </a:r>
          <a:endParaRPr lang="en-US" sz="1400" kern="1200"/>
        </a:p>
      </dsp:txBody>
      <dsp:txXfrm>
        <a:off x="738312" y="1277325"/>
        <a:ext cx="1562695" cy="625078"/>
      </dsp:txXfrm>
    </dsp:sp>
    <dsp:sp modelId="{C202F3D8-88FE-44B3-B595-65D66C858367}">
      <dsp:nvSpPr>
        <dsp:cNvPr id="0" name=""/>
        <dsp:cNvSpPr/>
      </dsp:nvSpPr>
      <dsp:spPr>
        <a:xfrm>
          <a:off x="3004220" y="322383"/>
          <a:ext cx="703212" cy="7032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C24B2D-62FA-4153-9C70-8F81662117B5}">
      <dsp:nvSpPr>
        <dsp:cNvPr id="0" name=""/>
        <dsp:cNvSpPr/>
      </dsp:nvSpPr>
      <dsp:spPr>
        <a:xfrm>
          <a:off x="2574479" y="1277325"/>
          <a:ext cx="1562695" cy="6250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/>
            <a:t>• Call Spoonacular API OR fallback</a:t>
          </a:r>
          <a:endParaRPr lang="en-US" sz="1400" kern="1200"/>
        </a:p>
      </dsp:txBody>
      <dsp:txXfrm>
        <a:off x="2574479" y="1277325"/>
        <a:ext cx="1562695" cy="625078"/>
      </dsp:txXfrm>
    </dsp:sp>
    <dsp:sp modelId="{8322AB9E-9BFE-47FB-B088-541799D086A8}">
      <dsp:nvSpPr>
        <dsp:cNvPr id="0" name=""/>
        <dsp:cNvSpPr/>
      </dsp:nvSpPr>
      <dsp:spPr>
        <a:xfrm>
          <a:off x="4840387" y="322383"/>
          <a:ext cx="703212" cy="7032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6BA341-AACF-4E70-9FC2-0022EC7DFD9F}">
      <dsp:nvSpPr>
        <dsp:cNvPr id="0" name=""/>
        <dsp:cNvSpPr/>
      </dsp:nvSpPr>
      <dsp:spPr>
        <a:xfrm>
          <a:off x="4410646" y="1277325"/>
          <a:ext cx="1562695" cy="6250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/>
            <a:t>• Generate meals + prep time + grocery lists</a:t>
          </a:r>
          <a:endParaRPr lang="en-US" sz="1400" kern="1200"/>
        </a:p>
      </dsp:txBody>
      <dsp:txXfrm>
        <a:off x="4410646" y="1277325"/>
        <a:ext cx="1562695" cy="625078"/>
      </dsp:txXfrm>
    </dsp:sp>
    <dsp:sp modelId="{1F73648C-E9AC-4AE6-A502-19264B781B9A}">
      <dsp:nvSpPr>
        <dsp:cNvPr id="0" name=""/>
        <dsp:cNvSpPr/>
      </dsp:nvSpPr>
      <dsp:spPr>
        <a:xfrm>
          <a:off x="3004220" y="2293077"/>
          <a:ext cx="703212" cy="70321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0F60BC-186B-497F-A5A3-2E69BD0783C0}">
      <dsp:nvSpPr>
        <dsp:cNvPr id="0" name=""/>
        <dsp:cNvSpPr/>
      </dsp:nvSpPr>
      <dsp:spPr>
        <a:xfrm>
          <a:off x="2574479" y="3248019"/>
          <a:ext cx="1562695" cy="6250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/>
            <a:t>• Send formatted response back to chatbot</a:t>
          </a:r>
          <a:endParaRPr lang="en-US" sz="1400" kern="1200"/>
        </a:p>
      </dsp:txBody>
      <dsp:txXfrm>
        <a:off x="2574479" y="3248019"/>
        <a:ext cx="1562695" cy="62507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49656B-9CC7-49D1-AD92-F1A574E32622}">
      <dsp:nvSpPr>
        <dsp:cNvPr id="0" name=""/>
        <dsp:cNvSpPr/>
      </dsp:nvSpPr>
      <dsp:spPr>
        <a:xfrm>
          <a:off x="306662" y="1088899"/>
          <a:ext cx="950027" cy="95002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A56A12-DD63-413E-B5FD-0EBD1B33B2D2}">
      <dsp:nvSpPr>
        <dsp:cNvPr id="0" name=""/>
        <dsp:cNvSpPr/>
      </dsp:nvSpPr>
      <dsp:spPr>
        <a:xfrm>
          <a:off x="509127" y="1291364"/>
          <a:ext cx="545097" cy="54509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8C89A8-EE3B-4367-BBC7-09A7B3D94BD5}">
      <dsp:nvSpPr>
        <dsp:cNvPr id="0" name=""/>
        <dsp:cNvSpPr/>
      </dsp:nvSpPr>
      <dsp:spPr>
        <a:xfrm>
          <a:off x="2965" y="2334837"/>
          <a:ext cx="1557421" cy="622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i="0" kern="1200"/>
            <a:t>• Spoonacular provides recipes + nutrition</a:t>
          </a:r>
          <a:endParaRPr lang="en-US" sz="1100" kern="1200"/>
        </a:p>
      </dsp:txBody>
      <dsp:txXfrm>
        <a:off x="2965" y="2334837"/>
        <a:ext cx="1557421" cy="622968"/>
      </dsp:txXfrm>
    </dsp:sp>
    <dsp:sp modelId="{A72B8A8D-2E7B-4219-8D0A-2E336393420A}">
      <dsp:nvSpPr>
        <dsp:cNvPr id="0" name=""/>
        <dsp:cNvSpPr/>
      </dsp:nvSpPr>
      <dsp:spPr>
        <a:xfrm>
          <a:off x="2136632" y="1088899"/>
          <a:ext cx="950027" cy="95002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D8E918-F574-4CF7-88C0-05B19C9AA65D}">
      <dsp:nvSpPr>
        <dsp:cNvPr id="0" name=""/>
        <dsp:cNvSpPr/>
      </dsp:nvSpPr>
      <dsp:spPr>
        <a:xfrm>
          <a:off x="2339097" y="1291364"/>
          <a:ext cx="545097" cy="54509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BDB290-0E1F-4CD6-967E-9069FBFA62D9}">
      <dsp:nvSpPr>
        <dsp:cNvPr id="0" name=""/>
        <dsp:cNvSpPr/>
      </dsp:nvSpPr>
      <dsp:spPr>
        <a:xfrm>
          <a:off x="1832935" y="2334837"/>
          <a:ext cx="1557421" cy="622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i="0" kern="1200"/>
            <a:t>• Supports vegan, keto, low‑carb, etc.</a:t>
          </a:r>
          <a:endParaRPr lang="en-US" sz="1100" kern="1200"/>
        </a:p>
      </dsp:txBody>
      <dsp:txXfrm>
        <a:off x="1832935" y="2334837"/>
        <a:ext cx="1557421" cy="622968"/>
      </dsp:txXfrm>
    </dsp:sp>
    <dsp:sp modelId="{10BCB61C-FC51-442F-B161-C1D5B7CA16CC}">
      <dsp:nvSpPr>
        <dsp:cNvPr id="0" name=""/>
        <dsp:cNvSpPr/>
      </dsp:nvSpPr>
      <dsp:spPr>
        <a:xfrm>
          <a:off x="3966603" y="1088899"/>
          <a:ext cx="950027" cy="95002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E707F7-B82D-4C3C-B1E9-65F29C71EFDB}">
      <dsp:nvSpPr>
        <dsp:cNvPr id="0" name=""/>
        <dsp:cNvSpPr/>
      </dsp:nvSpPr>
      <dsp:spPr>
        <a:xfrm>
          <a:off x="4169068" y="1291364"/>
          <a:ext cx="545097" cy="54509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F44687-BA5B-45E7-A118-37EFB011F641}">
      <dsp:nvSpPr>
        <dsp:cNvPr id="0" name=""/>
        <dsp:cNvSpPr/>
      </dsp:nvSpPr>
      <dsp:spPr>
        <a:xfrm>
          <a:off x="3662906" y="2334837"/>
          <a:ext cx="1557421" cy="622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i="0" kern="1200"/>
            <a:t>• Grocery list + macros</a:t>
          </a:r>
          <a:endParaRPr lang="en-US" sz="1100" kern="1200"/>
        </a:p>
      </dsp:txBody>
      <dsp:txXfrm>
        <a:off x="3662906" y="2334837"/>
        <a:ext cx="1557421" cy="622968"/>
      </dsp:txXfrm>
    </dsp:sp>
    <dsp:sp modelId="{B5909272-9FA7-42B9-8CB8-2862095DD52C}">
      <dsp:nvSpPr>
        <dsp:cNvPr id="0" name=""/>
        <dsp:cNvSpPr/>
      </dsp:nvSpPr>
      <dsp:spPr>
        <a:xfrm>
          <a:off x="5796574" y="1088899"/>
          <a:ext cx="950027" cy="950027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592119-9BC8-40D9-AFDE-04E50D37261F}">
      <dsp:nvSpPr>
        <dsp:cNvPr id="0" name=""/>
        <dsp:cNvSpPr/>
      </dsp:nvSpPr>
      <dsp:spPr>
        <a:xfrm>
          <a:off x="5999039" y="1291364"/>
          <a:ext cx="545097" cy="54509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2995AB-F6AB-4714-A296-B4349CB35322}">
      <dsp:nvSpPr>
        <dsp:cNvPr id="0" name=""/>
        <dsp:cNvSpPr/>
      </dsp:nvSpPr>
      <dsp:spPr>
        <a:xfrm>
          <a:off x="5492877" y="2334837"/>
          <a:ext cx="1557421" cy="622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i="0" kern="1200"/>
            <a:t>• Fallback generator ensures reliability</a:t>
          </a:r>
          <a:endParaRPr lang="en-US" sz="1100" kern="1200"/>
        </a:p>
      </dsp:txBody>
      <dsp:txXfrm>
        <a:off x="5492877" y="2334837"/>
        <a:ext cx="1557421" cy="62296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399582-ED3F-4872-B33E-CD51358B0636}">
      <dsp:nvSpPr>
        <dsp:cNvPr id="0" name=""/>
        <dsp:cNvSpPr/>
      </dsp:nvSpPr>
      <dsp:spPr>
        <a:xfrm>
          <a:off x="0" y="22146"/>
          <a:ext cx="4211240" cy="111969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0" i="0" kern="1200"/>
            <a:t>• User: “Make me a 7‑day vegan meal plan”</a:t>
          </a:r>
          <a:endParaRPr lang="en-US" sz="2900" kern="1200"/>
        </a:p>
      </dsp:txBody>
      <dsp:txXfrm>
        <a:off x="54659" y="76805"/>
        <a:ext cx="4101922" cy="1010372"/>
      </dsp:txXfrm>
    </dsp:sp>
    <dsp:sp modelId="{00C61294-1996-46C1-8AF6-F04CCDD523C6}">
      <dsp:nvSpPr>
        <dsp:cNvPr id="0" name=""/>
        <dsp:cNvSpPr/>
      </dsp:nvSpPr>
      <dsp:spPr>
        <a:xfrm>
          <a:off x="0" y="1225356"/>
          <a:ext cx="4211240" cy="1119690"/>
        </a:xfrm>
        <a:prstGeom prst="roundRect">
          <a:avLst/>
        </a:prstGeom>
        <a:solidFill>
          <a:schemeClr val="accent2">
            <a:hueOff val="451605"/>
            <a:satOff val="-2211"/>
            <a:lumOff val="1242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0" i="0" kern="1200"/>
            <a:t>• Chatbot detects parameters</a:t>
          </a:r>
          <a:endParaRPr lang="en-US" sz="2900" kern="1200"/>
        </a:p>
      </dsp:txBody>
      <dsp:txXfrm>
        <a:off x="54659" y="1280015"/>
        <a:ext cx="4101922" cy="1010372"/>
      </dsp:txXfrm>
    </dsp:sp>
    <dsp:sp modelId="{EBAC0E42-CB41-411E-B3F2-6CCF7F56A26F}">
      <dsp:nvSpPr>
        <dsp:cNvPr id="0" name=""/>
        <dsp:cNvSpPr/>
      </dsp:nvSpPr>
      <dsp:spPr>
        <a:xfrm>
          <a:off x="0" y="2428566"/>
          <a:ext cx="4211240" cy="1119690"/>
        </a:xfrm>
        <a:prstGeom prst="roundRect">
          <a:avLst/>
        </a:prstGeom>
        <a:solidFill>
          <a:schemeClr val="accent2">
            <a:hueOff val="903209"/>
            <a:satOff val="-4421"/>
            <a:lumOff val="2483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0" i="0" kern="1200"/>
            <a:t>• Backend creates a structured plan</a:t>
          </a:r>
          <a:endParaRPr lang="en-US" sz="2900" kern="1200"/>
        </a:p>
      </dsp:txBody>
      <dsp:txXfrm>
        <a:off x="54659" y="2483225"/>
        <a:ext cx="4101922" cy="1010372"/>
      </dsp:txXfrm>
    </dsp:sp>
    <dsp:sp modelId="{0186A437-0FEF-4014-8FC3-4C5849324D15}">
      <dsp:nvSpPr>
        <dsp:cNvPr id="0" name=""/>
        <dsp:cNvSpPr/>
      </dsp:nvSpPr>
      <dsp:spPr>
        <a:xfrm>
          <a:off x="0" y="3631776"/>
          <a:ext cx="4211240" cy="1119690"/>
        </a:xfrm>
        <a:prstGeom prst="roundRect">
          <a:avLst/>
        </a:prstGeom>
        <a:solidFill>
          <a:schemeClr val="accent2">
            <a:hueOff val="1354814"/>
            <a:satOff val="-6632"/>
            <a:lumOff val="3725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0" i="0" kern="1200"/>
            <a:t>• Chatbot displays meals for each day</a:t>
          </a:r>
          <a:endParaRPr lang="en-US" sz="2900" kern="1200"/>
        </a:p>
      </dsp:txBody>
      <dsp:txXfrm>
        <a:off x="54659" y="3686435"/>
        <a:ext cx="4101922" cy="101037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302743-630A-49E4-829F-9C08C505CAA6}">
      <dsp:nvSpPr>
        <dsp:cNvPr id="0" name=""/>
        <dsp:cNvSpPr/>
      </dsp:nvSpPr>
      <dsp:spPr>
        <a:xfrm>
          <a:off x="0" y="844566"/>
          <a:ext cx="4211240" cy="56159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/>
            <a:t>• Add calorie + macros tracking</a:t>
          </a:r>
          <a:endParaRPr lang="en-US" sz="2400" kern="1200"/>
        </a:p>
      </dsp:txBody>
      <dsp:txXfrm>
        <a:off x="27415" y="871981"/>
        <a:ext cx="4156410" cy="506769"/>
      </dsp:txXfrm>
    </dsp:sp>
    <dsp:sp modelId="{7C41B610-DE84-4230-879D-0453FCFA1E05}">
      <dsp:nvSpPr>
        <dsp:cNvPr id="0" name=""/>
        <dsp:cNvSpPr/>
      </dsp:nvSpPr>
      <dsp:spPr>
        <a:xfrm>
          <a:off x="0" y="1475286"/>
          <a:ext cx="4211240" cy="561599"/>
        </a:xfrm>
        <a:prstGeom prst="roundRect">
          <a:avLst/>
        </a:prstGeom>
        <a:solidFill>
          <a:schemeClr val="accent2">
            <a:hueOff val="338703"/>
            <a:satOff val="-1658"/>
            <a:lumOff val="931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/>
            <a:t>• Personal health profiles</a:t>
          </a:r>
          <a:endParaRPr lang="en-US" sz="2400" kern="1200"/>
        </a:p>
      </dsp:txBody>
      <dsp:txXfrm>
        <a:off x="27415" y="1502701"/>
        <a:ext cx="4156410" cy="506769"/>
      </dsp:txXfrm>
    </dsp:sp>
    <dsp:sp modelId="{63F15F19-2D9C-4342-9E7D-B824AE92489D}">
      <dsp:nvSpPr>
        <dsp:cNvPr id="0" name=""/>
        <dsp:cNvSpPr/>
      </dsp:nvSpPr>
      <dsp:spPr>
        <a:xfrm>
          <a:off x="0" y="2106006"/>
          <a:ext cx="4211240" cy="561599"/>
        </a:xfrm>
        <a:prstGeom prst="roundRect">
          <a:avLst/>
        </a:prstGeom>
        <a:solidFill>
          <a:schemeClr val="accent2">
            <a:hueOff val="677407"/>
            <a:satOff val="-3316"/>
            <a:lumOff val="1862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/>
            <a:t>• Grocery store API integration</a:t>
          </a:r>
          <a:endParaRPr lang="en-US" sz="2400" kern="1200"/>
        </a:p>
      </dsp:txBody>
      <dsp:txXfrm>
        <a:off x="27415" y="2133421"/>
        <a:ext cx="4156410" cy="506769"/>
      </dsp:txXfrm>
    </dsp:sp>
    <dsp:sp modelId="{A9A5239D-28D0-4768-8B4C-DC437F81AD50}">
      <dsp:nvSpPr>
        <dsp:cNvPr id="0" name=""/>
        <dsp:cNvSpPr/>
      </dsp:nvSpPr>
      <dsp:spPr>
        <a:xfrm>
          <a:off x="0" y="2736726"/>
          <a:ext cx="4211240" cy="561599"/>
        </a:xfrm>
        <a:prstGeom prst="roundRect">
          <a:avLst/>
        </a:prstGeom>
        <a:solidFill>
          <a:schemeClr val="accent2">
            <a:hueOff val="1016110"/>
            <a:satOff val="-4974"/>
            <a:lumOff val="2794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/>
            <a:t>• Voice assistant compatibility</a:t>
          </a:r>
          <a:endParaRPr lang="en-US" sz="2400" kern="1200"/>
        </a:p>
      </dsp:txBody>
      <dsp:txXfrm>
        <a:off x="27415" y="2764141"/>
        <a:ext cx="4156410" cy="506769"/>
      </dsp:txXfrm>
    </dsp:sp>
    <dsp:sp modelId="{58E5A8B5-10B0-4372-A78B-DFE9C68D08C2}">
      <dsp:nvSpPr>
        <dsp:cNvPr id="0" name=""/>
        <dsp:cNvSpPr/>
      </dsp:nvSpPr>
      <dsp:spPr>
        <a:xfrm>
          <a:off x="0" y="3367446"/>
          <a:ext cx="4211240" cy="561599"/>
        </a:xfrm>
        <a:prstGeom prst="roundRect">
          <a:avLst/>
        </a:prstGeom>
        <a:solidFill>
          <a:schemeClr val="accent2">
            <a:hueOff val="1354814"/>
            <a:satOff val="-6632"/>
            <a:lumOff val="3725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/>
            <a:t>• Real‑time nutrition feedback</a:t>
          </a:r>
          <a:endParaRPr lang="en-US" sz="2400" kern="1200"/>
        </a:p>
      </dsp:txBody>
      <dsp:txXfrm>
        <a:off x="27415" y="3394861"/>
        <a:ext cx="4156410" cy="50676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0EC9AE-2D2F-4B31-ACF5-6B489C5A7D4A}">
      <dsp:nvSpPr>
        <dsp:cNvPr id="0" name=""/>
        <dsp:cNvSpPr/>
      </dsp:nvSpPr>
      <dsp:spPr>
        <a:xfrm>
          <a:off x="364810" y="1898"/>
          <a:ext cx="932871" cy="93287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4EB24B-0F19-4CC1-8788-C8B14CD576EB}">
      <dsp:nvSpPr>
        <dsp:cNvPr id="0" name=""/>
        <dsp:cNvSpPr/>
      </dsp:nvSpPr>
      <dsp:spPr>
        <a:xfrm>
          <a:off x="563619" y="200707"/>
          <a:ext cx="535253" cy="53525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610960-B065-48ED-A44F-8B2265482BA6}">
      <dsp:nvSpPr>
        <dsp:cNvPr id="0" name=""/>
        <dsp:cNvSpPr/>
      </dsp:nvSpPr>
      <dsp:spPr>
        <a:xfrm>
          <a:off x="66597" y="1225336"/>
          <a:ext cx="1529296" cy="611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i="0" kern="1200" dirty="0"/>
            <a:t>• Smart Diet Planner simplifies healthy eating</a:t>
          </a:r>
          <a:endParaRPr lang="en-US" sz="1100" kern="1200" dirty="0"/>
        </a:p>
      </dsp:txBody>
      <dsp:txXfrm>
        <a:off x="66597" y="1225336"/>
        <a:ext cx="1529296" cy="611718"/>
      </dsp:txXfrm>
    </dsp:sp>
    <dsp:sp modelId="{6465D77C-5573-4E61-9ED9-2F3FB144F22A}">
      <dsp:nvSpPr>
        <dsp:cNvPr id="0" name=""/>
        <dsp:cNvSpPr/>
      </dsp:nvSpPr>
      <dsp:spPr>
        <a:xfrm>
          <a:off x="2161734" y="1898"/>
          <a:ext cx="932871" cy="932871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09A802-7496-4E4E-8720-22BA908B73CC}">
      <dsp:nvSpPr>
        <dsp:cNvPr id="0" name=""/>
        <dsp:cNvSpPr/>
      </dsp:nvSpPr>
      <dsp:spPr>
        <a:xfrm>
          <a:off x="2360543" y="200707"/>
          <a:ext cx="535253" cy="53525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5245F3-4639-4C2E-A79B-9713697EDF2F}">
      <dsp:nvSpPr>
        <dsp:cNvPr id="0" name=""/>
        <dsp:cNvSpPr/>
      </dsp:nvSpPr>
      <dsp:spPr>
        <a:xfrm>
          <a:off x="1863521" y="1225336"/>
          <a:ext cx="1529296" cy="611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i="0" kern="1200" dirty="0"/>
            <a:t>• AI + Dialogflow + APIs = powerful combo</a:t>
          </a:r>
          <a:endParaRPr lang="en-US" sz="1100" kern="1200" dirty="0"/>
        </a:p>
      </dsp:txBody>
      <dsp:txXfrm>
        <a:off x="1863521" y="1225336"/>
        <a:ext cx="1529296" cy="611718"/>
      </dsp:txXfrm>
    </dsp:sp>
    <dsp:sp modelId="{852961C4-ABD0-4EA9-A9E9-5392D4D5EF02}">
      <dsp:nvSpPr>
        <dsp:cNvPr id="0" name=""/>
        <dsp:cNvSpPr/>
      </dsp:nvSpPr>
      <dsp:spPr>
        <a:xfrm>
          <a:off x="3958658" y="1898"/>
          <a:ext cx="932871" cy="932871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0A0A2C-F412-4E49-8B3F-81057159F3C7}">
      <dsp:nvSpPr>
        <dsp:cNvPr id="0" name=""/>
        <dsp:cNvSpPr/>
      </dsp:nvSpPr>
      <dsp:spPr>
        <a:xfrm>
          <a:off x="4157466" y="200707"/>
          <a:ext cx="535253" cy="53525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151F70-AB71-4C1F-9774-3C35D1331E03}">
      <dsp:nvSpPr>
        <dsp:cNvPr id="0" name=""/>
        <dsp:cNvSpPr/>
      </dsp:nvSpPr>
      <dsp:spPr>
        <a:xfrm>
          <a:off x="3660445" y="1225336"/>
          <a:ext cx="1529296" cy="611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i="0" kern="1200"/>
            <a:t>• Flexible design supports many diets</a:t>
          </a:r>
          <a:endParaRPr lang="en-US" sz="1100" kern="1200"/>
        </a:p>
      </dsp:txBody>
      <dsp:txXfrm>
        <a:off x="3660445" y="1225336"/>
        <a:ext cx="1529296" cy="611718"/>
      </dsp:txXfrm>
    </dsp:sp>
    <dsp:sp modelId="{5DBE5E27-09A0-4F05-B460-41E66DB695EF}">
      <dsp:nvSpPr>
        <dsp:cNvPr id="0" name=""/>
        <dsp:cNvSpPr/>
      </dsp:nvSpPr>
      <dsp:spPr>
        <a:xfrm>
          <a:off x="5755582" y="1898"/>
          <a:ext cx="932871" cy="932871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B8CFF9-3BA3-4370-AC04-038807988007}">
      <dsp:nvSpPr>
        <dsp:cNvPr id="0" name=""/>
        <dsp:cNvSpPr/>
      </dsp:nvSpPr>
      <dsp:spPr>
        <a:xfrm>
          <a:off x="5954390" y="200707"/>
          <a:ext cx="535253" cy="53525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F9B21F-047D-48AE-87FB-16CE056D3A71}">
      <dsp:nvSpPr>
        <dsp:cNvPr id="0" name=""/>
        <dsp:cNvSpPr/>
      </dsp:nvSpPr>
      <dsp:spPr>
        <a:xfrm>
          <a:off x="5457369" y="1225336"/>
          <a:ext cx="1529296" cy="611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i="0" kern="1200"/>
            <a:t>• Strong foundation for future enhancements</a:t>
          </a:r>
          <a:endParaRPr lang="en-US" sz="1100" kern="1200"/>
        </a:p>
      </dsp:txBody>
      <dsp:txXfrm>
        <a:off x="5457369" y="1225336"/>
        <a:ext cx="1529296" cy="611718"/>
      </dsp:txXfrm>
    </dsp:sp>
    <dsp:sp modelId="{529458AB-B4FE-4DE3-9CA7-E394F81C7B7F}">
      <dsp:nvSpPr>
        <dsp:cNvPr id="0" name=""/>
        <dsp:cNvSpPr/>
      </dsp:nvSpPr>
      <dsp:spPr>
        <a:xfrm>
          <a:off x="3060196" y="2219379"/>
          <a:ext cx="932871" cy="932871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788AC8-B0CE-4709-B152-E7A646EDFB85}">
      <dsp:nvSpPr>
        <dsp:cNvPr id="0" name=""/>
        <dsp:cNvSpPr/>
      </dsp:nvSpPr>
      <dsp:spPr>
        <a:xfrm>
          <a:off x="3259005" y="2418187"/>
          <a:ext cx="535253" cy="535253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53A1D0-F774-4904-AC03-FB08C6992EA3}">
      <dsp:nvSpPr>
        <dsp:cNvPr id="0" name=""/>
        <dsp:cNvSpPr/>
      </dsp:nvSpPr>
      <dsp:spPr>
        <a:xfrm>
          <a:off x="2761983" y="3442816"/>
          <a:ext cx="1529296" cy="611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i="0" kern="1200"/>
            <a:t>• Thank you!</a:t>
          </a:r>
          <a:endParaRPr lang="en-US" sz="1100" kern="1200"/>
        </a:p>
      </dsp:txBody>
      <dsp:txXfrm>
        <a:off x="2761983" y="3442816"/>
        <a:ext cx="1529296" cy="6117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82E404-2A53-41F9-A27D-80A4F0FB20A9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0DB1D7-6BF7-429C-820D-66AA09C221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7968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Key speaking points:</a:t>
            </a:r>
          </a:p>
          <a:p>
            <a:r>
              <a:t>- Highlight accessibility</a:t>
            </a:r>
          </a:p>
          <a:p>
            <a:r>
              <a:t>- Emphasize reliability (fallback system)</a:t>
            </a:r>
          </a:p>
          <a:p>
            <a:r>
              <a:t>- Mention growth potential of project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9215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7257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8955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2896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1937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0073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3981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8665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1257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7082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1517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375086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0818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8488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087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0080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9958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49993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  <p:sldLayoutId id="2147483706" r:id="rId17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diagramLayout" Target="../diagrams/layout3.xml"/><Relationship Id="rId7" Type="http://schemas.openxmlformats.org/officeDocument/2006/relationships/image" Target="../media/image20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diagramLayout" Target="../diagrams/layout4.xml"/><Relationship Id="rId7" Type="http://schemas.openxmlformats.org/officeDocument/2006/relationships/image" Target="../media/image30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4B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12871" y="1447800"/>
            <a:ext cx="3298371" cy="3329581"/>
          </a:xfrm>
        </p:spPr>
        <p:txBody>
          <a:bodyPr>
            <a:normAutofit/>
          </a:bodyPr>
          <a:lstStyle/>
          <a:p>
            <a:r>
              <a:rPr lang="en-US" sz="4800" dirty="0"/>
              <a:t>Automated Smart Diet Planner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012871" y="4777380"/>
            <a:ext cx="3298371" cy="86142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700" dirty="0"/>
              <a:t>Final Project Presentation – Maxzine</a:t>
            </a:r>
          </a:p>
        </p:txBody>
      </p:sp>
      <p:pic>
        <p:nvPicPr>
          <p:cNvPr id="7" name="Graphic 6" descr="Fork and knife">
            <a:extLst>
              <a:ext uri="{FF2B5EF4-FFF2-40B4-BE49-F238E27FC236}">
                <a16:creationId xmlns:a16="http://schemas.microsoft.com/office/drawing/2014/main" id="{89E1C5AB-9CFD-6EB6-80CF-8065A711FB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2890" y="1384808"/>
            <a:ext cx="4087918" cy="4087918"/>
          </a:xfrm>
          <a:prstGeom prst="rect">
            <a:avLst/>
          </a:prstGeom>
          <a:effectLst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4B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1578" y="1429669"/>
            <a:ext cx="8229600" cy="4525963"/>
          </a:xfrm>
        </p:spPr>
        <p:txBody>
          <a:bodyPr>
            <a:normAutofit/>
          </a:bodyPr>
          <a:lstStyle/>
          <a:p>
            <a:r>
              <a:rPr dirty="0"/>
              <a:t>- Introduction</a:t>
            </a:r>
          </a:p>
          <a:p>
            <a:r>
              <a:rPr dirty="0"/>
              <a:t>- Problem Statement</a:t>
            </a:r>
          </a:p>
          <a:p>
            <a:r>
              <a:rPr dirty="0"/>
              <a:t>- System Overview</a:t>
            </a:r>
          </a:p>
          <a:p>
            <a:r>
              <a:rPr dirty="0"/>
              <a:t>- Dialogflow Architecture</a:t>
            </a:r>
          </a:p>
          <a:p>
            <a:r>
              <a:rPr dirty="0"/>
              <a:t>- Meal Planner Logic</a:t>
            </a:r>
          </a:p>
          <a:p>
            <a:r>
              <a:rPr dirty="0"/>
              <a:t>- API Integration</a:t>
            </a:r>
          </a:p>
          <a:p>
            <a:r>
              <a:rPr dirty="0"/>
              <a:t>- Demo Preview</a:t>
            </a:r>
          </a:p>
          <a:p>
            <a:r>
              <a:rPr dirty="0"/>
              <a:t>- UI Mockups</a:t>
            </a:r>
          </a:p>
          <a:p>
            <a:r>
              <a:rPr dirty="0"/>
              <a:t>- Future Improvements</a:t>
            </a:r>
          </a:p>
          <a:p>
            <a:r>
              <a:rPr dirty="0"/>
              <a:t>- Conclusion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4B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583" y="452718"/>
            <a:ext cx="7053542" cy="1400530"/>
          </a:xfrm>
        </p:spPr>
        <p:txBody>
          <a:bodyPr>
            <a:normAutofit/>
          </a:bodyPr>
          <a:lstStyle/>
          <a:p>
            <a:r>
              <a:t>Introduction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161F0AD-7B41-19B1-8A01-ACA5450D1C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81952484"/>
              </p:ext>
            </p:extLst>
          </p:nvPr>
        </p:nvGraphicFramePr>
        <p:xfrm>
          <a:off x="484583" y="2140085"/>
          <a:ext cx="7053264" cy="40564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4B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583" y="452718"/>
            <a:ext cx="7053542" cy="1400530"/>
          </a:xfrm>
        </p:spPr>
        <p:txBody>
          <a:bodyPr>
            <a:normAutofit/>
          </a:bodyPr>
          <a:lstStyle/>
          <a:p>
            <a:r>
              <a:rPr lang="en-US"/>
              <a:t>Problem Statement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E245B30-C8D0-B32F-B6DD-824E07BFA70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92972072"/>
              </p:ext>
            </p:extLst>
          </p:nvPr>
        </p:nvGraphicFramePr>
        <p:xfrm>
          <a:off x="484583" y="2140085"/>
          <a:ext cx="7053264" cy="40564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4B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System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3271" y="1853248"/>
            <a:ext cx="8229600" cy="1828800"/>
          </a:xfrm>
          <a:prstGeom prst="rect">
            <a:avLst/>
          </a:prstGeom>
          <a:solidFill>
            <a:srgbClr val="C82828"/>
          </a:solidFill>
        </p:spPr>
        <p:txBody>
          <a:bodyPr wrap="square">
            <a:spAutoFit/>
          </a:bodyPr>
          <a:lstStyle/>
          <a:p>
            <a:r>
              <a:rPr dirty="0">
                <a:solidFill>
                  <a:srgbClr val="FFFFFF"/>
                </a:solidFill>
              </a:rPr>
              <a:t>User interacts with Dialogflow chatbot</a:t>
            </a:r>
          </a:p>
          <a:p>
            <a:r>
              <a:rPr dirty="0">
                <a:solidFill>
                  <a:srgbClr val="FFFFFF"/>
                </a:solidFill>
              </a:rPr>
              <a:t>Intents trigger backend Python webhook</a:t>
            </a:r>
          </a:p>
          <a:p>
            <a:r>
              <a:rPr dirty="0">
                <a:solidFill>
                  <a:srgbClr val="FFFFFF"/>
                </a:solidFill>
              </a:rPr>
              <a:t>Backend fetches recipes (API or fallback)</a:t>
            </a:r>
          </a:p>
          <a:p>
            <a:r>
              <a:rPr dirty="0">
                <a:solidFill>
                  <a:srgbClr val="FFFFFF"/>
                </a:solidFill>
              </a:rPr>
              <a:t>Outputs structured weekly meal plans + grocery lists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3271" y="4119613"/>
            <a:ext cx="1463040" cy="731520"/>
          </a:xfrm>
          <a:prstGeom prst="roundRect">
            <a:avLst/>
          </a:prstGeom>
          <a:solidFill>
            <a:srgbClr val="C828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FFFFFF"/>
                </a:solidFill>
              </a:rPr>
              <a:t>User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90287" y="4119613"/>
            <a:ext cx="1463040" cy="731520"/>
          </a:xfrm>
          <a:prstGeom prst="roundRect">
            <a:avLst/>
          </a:prstGeom>
          <a:solidFill>
            <a:srgbClr val="C828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>
                <a:solidFill>
                  <a:srgbClr val="FFFFFF"/>
                </a:solidFill>
              </a:rPr>
              <a:t>Dialogflow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0" y="4119613"/>
            <a:ext cx="1463040" cy="731520"/>
          </a:xfrm>
          <a:prstGeom prst="roundRect">
            <a:avLst/>
          </a:prstGeom>
          <a:solidFill>
            <a:srgbClr val="C828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>
                <a:solidFill>
                  <a:srgbClr val="FFFFFF"/>
                </a:solidFill>
              </a:rPr>
              <a:t>Python Webhook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35053" y="4119613"/>
            <a:ext cx="1463040" cy="731520"/>
          </a:xfrm>
          <a:prstGeom prst="roundRect">
            <a:avLst/>
          </a:prstGeom>
          <a:solidFill>
            <a:srgbClr val="C828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 err="1">
                <a:solidFill>
                  <a:srgbClr val="FFFFFF"/>
                </a:solidFill>
              </a:rPr>
              <a:t>Spoonacular</a:t>
            </a:r>
            <a:r>
              <a:rPr dirty="0">
                <a:solidFill>
                  <a:srgbClr val="FFFFFF"/>
                </a:solidFill>
              </a:rPr>
              <a:t>/Fallback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32069" y="4119613"/>
            <a:ext cx="1463040" cy="731520"/>
          </a:xfrm>
          <a:prstGeom prst="roundRect">
            <a:avLst/>
          </a:prstGeom>
          <a:solidFill>
            <a:srgbClr val="C828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>
                <a:solidFill>
                  <a:srgbClr val="FFFFFF"/>
                </a:solidFill>
              </a:rPr>
              <a:t>Output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4B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Dialogflow Architecture</a:t>
            </a:r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84F13CC4-F6CE-3217-8842-F15E5B15F3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53933122"/>
              </p:ext>
            </p:extLst>
          </p:nvPr>
        </p:nvGraphicFramePr>
        <p:xfrm>
          <a:off x="827700" y="2052925"/>
          <a:ext cx="6711654" cy="41954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/>
          <p:cNvSpPr/>
          <p:nvPr/>
        </p:nvSpPr>
        <p:spPr>
          <a:xfrm>
            <a:off x="7093675" y="1363968"/>
            <a:ext cx="1828800" cy="580672"/>
          </a:xfrm>
          <a:prstGeom prst="rect">
            <a:avLst/>
          </a:prstGeom>
          <a:solidFill>
            <a:srgbClr val="C828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>
                <a:solidFill>
                  <a:srgbClr val="FFFFFF"/>
                </a:solidFill>
              </a:rPr>
              <a:t>User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093675" y="2415654"/>
            <a:ext cx="1828800" cy="580672"/>
          </a:xfrm>
          <a:prstGeom prst="rect">
            <a:avLst/>
          </a:prstGeom>
          <a:solidFill>
            <a:srgbClr val="C828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>
                <a:solidFill>
                  <a:srgbClr val="FFFFFF"/>
                </a:solidFill>
              </a:rPr>
              <a:t>Dialogflow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093675" y="3429000"/>
            <a:ext cx="1828800" cy="580672"/>
          </a:xfrm>
          <a:prstGeom prst="rect">
            <a:avLst/>
          </a:prstGeom>
          <a:solidFill>
            <a:srgbClr val="C828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>
                <a:solidFill>
                  <a:srgbClr val="FFFFFF"/>
                </a:solidFill>
              </a:rPr>
              <a:t>Python Webhook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65A3A4-295F-7304-B821-6510DB21077D}"/>
              </a:ext>
            </a:extLst>
          </p:cNvPr>
          <p:cNvSpPr/>
          <p:nvPr/>
        </p:nvSpPr>
        <p:spPr>
          <a:xfrm>
            <a:off x="7093675" y="4426244"/>
            <a:ext cx="1828800" cy="580672"/>
          </a:xfrm>
          <a:prstGeom prst="rect">
            <a:avLst/>
          </a:prstGeom>
          <a:solidFill>
            <a:srgbClr val="C828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rgbClr val="FFFFFF"/>
                </a:solidFill>
              </a:rPr>
              <a:t> Spoonacular API / Fallback </a:t>
            </a:r>
            <a:endParaRPr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C1BBDE-A3CB-4B23-9D3F-4EF8F4605872}"/>
              </a:ext>
            </a:extLst>
          </p:cNvPr>
          <p:cNvSpPr/>
          <p:nvPr/>
        </p:nvSpPr>
        <p:spPr>
          <a:xfrm>
            <a:off x="7093675" y="5551694"/>
            <a:ext cx="1828800" cy="580672"/>
          </a:xfrm>
          <a:prstGeom prst="rect">
            <a:avLst/>
          </a:prstGeom>
          <a:solidFill>
            <a:srgbClr val="C828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rgbClr val="FFFFFF"/>
                </a:solidFill>
              </a:rPr>
              <a:t>Meal Plan Output</a:t>
            </a:r>
            <a:endParaRPr dirty="0"/>
          </a:p>
        </p:txBody>
      </p:sp>
      <p:pic>
        <p:nvPicPr>
          <p:cNvPr id="10" name="Graphic 9" descr="Arrow Down outline">
            <a:extLst>
              <a:ext uri="{FF2B5EF4-FFF2-40B4-BE49-F238E27FC236}">
                <a16:creationId xmlns:a16="http://schemas.microsoft.com/office/drawing/2014/main" id="{7DC7766D-9E74-9EC3-33CD-089D88F80A7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14824" y="5006916"/>
            <a:ext cx="786499" cy="499451"/>
          </a:xfrm>
          <a:prstGeom prst="rect">
            <a:avLst/>
          </a:prstGeom>
        </p:spPr>
      </p:pic>
      <p:pic>
        <p:nvPicPr>
          <p:cNvPr id="11" name="Graphic 10" descr="Arrow Down outline">
            <a:extLst>
              <a:ext uri="{FF2B5EF4-FFF2-40B4-BE49-F238E27FC236}">
                <a16:creationId xmlns:a16="http://schemas.microsoft.com/office/drawing/2014/main" id="{30E8CCF0-1F3A-9E09-6098-380E447A2CF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40090" y="1927076"/>
            <a:ext cx="786499" cy="499451"/>
          </a:xfrm>
          <a:prstGeom prst="rect">
            <a:avLst/>
          </a:prstGeom>
        </p:spPr>
      </p:pic>
      <p:pic>
        <p:nvPicPr>
          <p:cNvPr id="12" name="Graphic 11" descr="Arrow Down outline">
            <a:extLst>
              <a:ext uri="{FF2B5EF4-FFF2-40B4-BE49-F238E27FC236}">
                <a16:creationId xmlns:a16="http://schemas.microsoft.com/office/drawing/2014/main" id="{09A85790-A171-0DA4-506B-4BA86A11C2B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53718" y="2950687"/>
            <a:ext cx="786499" cy="499451"/>
          </a:xfrm>
          <a:prstGeom prst="rect">
            <a:avLst/>
          </a:prstGeom>
        </p:spPr>
      </p:pic>
      <p:pic>
        <p:nvPicPr>
          <p:cNvPr id="13" name="Graphic 12" descr="Arrow Down outline">
            <a:extLst>
              <a:ext uri="{FF2B5EF4-FFF2-40B4-BE49-F238E27FC236}">
                <a16:creationId xmlns:a16="http://schemas.microsoft.com/office/drawing/2014/main" id="{93EB4E47-1769-8D7D-9EEC-676A6D3485D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76177" y="3994916"/>
            <a:ext cx="786499" cy="49945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4B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Meal Planner Logic</a:t>
            </a:r>
          </a:p>
        </p:txBody>
      </p:sp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562F926B-87F7-83FC-2636-B4C2C46465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61647258"/>
              </p:ext>
            </p:extLst>
          </p:nvPr>
        </p:nvGraphicFramePr>
        <p:xfrm>
          <a:off x="827700" y="2052925"/>
          <a:ext cx="6711654" cy="41954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Oval 3"/>
          <p:cNvSpPr/>
          <p:nvPr/>
        </p:nvSpPr>
        <p:spPr>
          <a:xfrm>
            <a:off x="7539354" y="2679227"/>
            <a:ext cx="914400" cy="914400"/>
          </a:xfrm>
          <a:prstGeom prst="ellipse">
            <a:avLst/>
          </a:prstGeom>
          <a:solidFill>
            <a:srgbClr val="C828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rgbClr val="FFFFFF"/>
                </a:solidFill>
              </a:rPr>
              <a:t>Read</a:t>
            </a: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7357210" y="4150665"/>
            <a:ext cx="1280160" cy="914400"/>
          </a:xfrm>
          <a:prstGeom prst="rect">
            <a:avLst/>
          </a:prstGeom>
          <a:solidFill>
            <a:srgbClr val="C828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rgbClr val="FFFFFF"/>
                </a:solidFill>
              </a:rPr>
              <a:t>Call API or fallback</a:t>
            </a:r>
            <a:endParaRPr dirty="0"/>
          </a:p>
        </p:txBody>
      </p:sp>
      <p:sp>
        <p:nvSpPr>
          <p:cNvPr id="6" name="Oval 5"/>
          <p:cNvSpPr/>
          <p:nvPr/>
        </p:nvSpPr>
        <p:spPr>
          <a:xfrm>
            <a:off x="7539354" y="5533682"/>
            <a:ext cx="914400" cy="914400"/>
          </a:xfrm>
          <a:prstGeom prst="ellipse">
            <a:avLst/>
          </a:prstGeom>
          <a:solidFill>
            <a:srgbClr val="C828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>
                <a:solidFill>
                  <a:srgbClr val="FFFFFF"/>
                </a:solidFill>
              </a:rPr>
              <a:t>Output</a:t>
            </a:r>
          </a:p>
        </p:txBody>
      </p:sp>
      <p:pic>
        <p:nvPicPr>
          <p:cNvPr id="8" name="Graphic 7" descr="Arrow Down outline">
            <a:extLst>
              <a:ext uri="{FF2B5EF4-FFF2-40B4-BE49-F238E27FC236}">
                <a16:creationId xmlns:a16="http://schemas.microsoft.com/office/drawing/2014/main" id="{B2B11256-0C7F-7BFD-5A3D-F12FBED6557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12321" y="3489635"/>
            <a:ext cx="703979" cy="703979"/>
          </a:xfrm>
          <a:prstGeom prst="rect">
            <a:avLst/>
          </a:prstGeom>
        </p:spPr>
      </p:pic>
      <p:pic>
        <p:nvPicPr>
          <p:cNvPr id="9" name="Graphic 8" descr="Arrow Down outline">
            <a:extLst>
              <a:ext uri="{FF2B5EF4-FFF2-40B4-BE49-F238E27FC236}">
                <a16:creationId xmlns:a16="http://schemas.microsoft.com/office/drawing/2014/main" id="{457E02EC-A1C2-8097-1752-383B43D3F42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44564" y="4918124"/>
            <a:ext cx="703979" cy="70397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4B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583" y="452718"/>
            <a:ext cx="7053542" cy="1400530"/>
          </a:xfrm>
        </p:spPr>
        <p:txBody>
          <a:bodyPr>
            <a:normAutofit/>
          </a:bodyPr>
          <a:lstStyle/>
          <a:p>
            <a:r>
              <a:t>API Integration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B9AC2BE-28CF-7112-1F8D-3B3B4D5FE1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1087900"/>
              </p:ext>
            </p:extLst>
          </p:nvPr>
        </p:nvGraphicFramePr>
        <p:xfrm>
          <a:off x="484583" y="2237362"/>
          <a:ext cx="7053264" cy="40467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4B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BE6F9A3-300E-47F5-B41C-C8C5E758D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solidFill>
            <a:srgbClr val="C828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6" y="1063417"/>
            <a:ext cx="2629122" cy="4675396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2F2F2"/>
                </a:solidFill>
              </a:rPr>
              <a:t>Demo Preview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1B4701B-39FE-43B8-86AA-D6B8789C2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9292" y="0"/>
            <a:ext cx="5664708" cy="6858000"/>
          </a:xfrm>
          <a:prstGeom prst="rect">
            <a:avLst/>
          </a:prstGeom>
          <a:solidFill>
            <a:srgbClr val="C828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ounded Rectangle 9">
            <a:extLst>
              <a:ext uri="{FF2B5EF4-FFF2-40B4-BE49-F238E27FC236}">
                <a16:creationId xmlns:a16="http://schemas.microsoft.com/office/drawing/2014/main" id="{E9A7EF13-49FA-4355-971A-34B065F35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42766" y="484632"/>
            <a:ext cx="4938073" cy="5739187"/>
          </a:xfrm>
          <a:prstGeom prst="roundRect">
            <a:avLst>
              <a:gd name="adj" fmla="val 0"/>
            </a:avLst>
          </a:prstGeom>
          <a:solidFill>
            <a:srgbClr val="C82828"/>
          </a:solidFill>
          <a:ln w="12700" cap="sq">
            <a:solidFill>
              <a:schemeClr val="bg1">
                <a:lumMod val="75000"/>
              </a:schemeClr>
            </a:solidFill>
            <a:miter lim="800000"/>
          </a:ln>
          <a:effectLst>
            <a:outerShdw blurRad="63500" dist="25400" dir="5400000" algn="tl" rotWithShape="0">
              <a:srgbClr val="000000">
                <a:alpha val="3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2CF3C3E-0F7B-4F0C-8EBD-BDD38E9C66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31836" y="0"/>
            <a:ext cx="514350" cy="1143000"/>
          </a:xfrm>
          <a:prstGeom prst="rect">
            <a:avLst/>
          </a:prstGeom>
          <a:solidFill>
            <a:srgbClr val="C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AB5A5DC-385E-AE48-E561-1999536713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9667963"/>
              </p:ext>
            </p:extLst>
          </p:nvPr>
        </p:nvGraphicFramePr>
        <p:xfrm>
          <a:off x="4206478" y="965200"/>
          <a:ext cx="4211240" cy="4773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4B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UI Mockup – Chat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3919" y="5376079"/>
            <a:ext cx="1707575" cy="465686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Ask something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537927" y="1366548"/>
            <a:ext cx="2364253" cy="5128272"/>
          </a:xfrm>
          <a:prstGeom prst="roundRect">
            <a:avLst/>
          </a:prstGeom>
          <a:gradFill flip="none" rotWithShape="1">
            <a:gsLst>
              <a:gs pos="0">
                <a:schemeClr val="tx1">
                  <a:shade val="30000"/>
                  <a:satMod val="115000"/>
                </a:schemeClr>
              </a:gs>
              <a:gs pos="50000">
                <a:schemeClr val="tx1">
                  <a:shade val="67500"/>
                  <a:satMod val="115000"/>
                </a:schemeClr>
              </a:gs>
              <a:gs pos="100000">
                <a:schemeClr val="tx1">
                  <a:shade val="100000"/>
                  <a:satMod val="115000"/>
                </a:schemeClr>
              </a:gs>
            </a:gsLst>
            <a:lin ang="270000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929201" y="2693612"/>
            <a:ext cx="1871794" cy="846223"/>
          </a:xfrm>
          <a:prstGeom prst="roundRect">
            <a:avLst/>
          </a:prstGeom>
          <a:solidFill>
            <a:srgbClr val="C828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>
                <a:solidFill>
                  <a:srgbClr val="FFFFFF"/>
                </a:solidFill>
              </a:rPr>
              <a:t>User: Make me a vegan plan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2940" y="4003604"/>
            <a:ext cx="1768642" cy="900122"/>
          </a:xfrm>
          <a:prstGeom prst="roundRect">
            <a:avLst/>
          </a:prstGeom>
          <a:solidFill>
            <a:srgbClr val="C828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>
                <a:solidFill>
                  <a:srgbClr val="FFFFFF"/>
                </a:solidFill>
              </a:rPr>
              <a:t>Bot: Here's your 7‑day vegan menu!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4D4052-0FD7-6FD8-214B-54C7AC313D89}"/>
              </a:ext>
            </a:extLst>
          </p:cNvPr>
          <p:cNvSpPr/>
          <p:nvPr/>
        </p:nvSpPr>
        <p:spPr>
          <a:xfrm>
            <a:off x="588265" y="1341220"/>
            <a:ext cx="2341960" cy="789101"/>
          </a:xfrm>
          <a:prstGeom prst="rect">
            <a:avLst/>
          </a:prstGeom>
          <a:solidFill>
            <a:srgbClr val="C8282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5C4CA3F-2EF2-A100-D20B-3F51887400D2}"/>
              </a:ext>
            </a:extLst>
          </p:cNvPr>
          <p:cNvSpPr/>
          <p:nvPr/>
        </p:nvSpPr>
        <p:spPr>
          <a:xfrm>
            <a:off x="572940" y="6044542"/>
            <a:ext cx="2241009" cy="486844"/>
          </a:xfrm>
          <a:prstGeom prst="rect">
            <a:avLst/>
          </a:prstGeom>
          <a:solidFill>
            <a:srgbClr val="C82828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32573D-B87F-D2EA-1151-584E9E18407C}"/>
              </a:ext>
            </a:extLst>
          </p:cNvPr>
          <p:cNvSpPr txBox="1"/>
          <p:nvPr/>
        </p:nvSpPr>
        <p:spPr>
          <a:xfrm>
            <a:off x="572940" y="6125488"/>
            <a:ext cx="2396481" cy="369332"/>
          </a:xfrm>
          <a:prstGeom prst="rect">
            <a:avLst/>
          </a:prstGeom>
          <a:solidFill>
            <a:srgbClr val="C82828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Ask something…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EE398B-7022-C3A3-969F-AD57134CF44D}"/>
              </a:ext>
            </a:extLst>
          </p:cNvPr>
          <p:cNvSpPr txBox="1"/>
          <p:nvPr/>
        </p:nvSpPr>
        <p:spPr>
          <a:xfrm>
            <a:off x="507867" y="1450451"/>
            <a:ext cx="2422358" cy="369332"/>
          </a:xfrm>
          <a:prstGeom prst="rect">
            <a:avLst/>
          </a:prstGeom>
          <a:solidFill>
            <a:srgbClr val="C82828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SmartDietPlannerBot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F296E7-FEEB-9C3F-6F28-17937BDED532}"/>
              </a:ext>
            </a:extLst>
          </p:cNvPr>
          <p:cNvSpPr txBox="1"/>
          <p:nvPr/>
        </p:nvSpPr>
        <p:spPr>
          <a:xfrm>
            <a:off x="3737811" y="2887579"/>
            <a:ext cx="4868262" cy="646331"/>
          </a:xfrm>
          <a:prstGeom prst="rect">
            <a:avLst/>
          </a:prstGeom>
          <a:solidFill>
            <a:srgbClr val="C82828"/>
          </a:solidFill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FFFF"/>
                </a:solidFill>
              </a:rPr>
              <a:t>This mockup shows how the chatbot responds to user requests inside the meal planning app.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4B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BE6F9A3-300E-47F5-B41C-C8C5E758D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solidFill>
            <a:srgbClr val="C828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6" y="1063417"/>
            <a:ext cx="2629122" cy="4675396"/>
          </a:xfrm>
        </p:spPr>
        <p:txBody>
          <a:bodyPr anchor="ctr">
            <a:normAutofit/>
          </a:bodyPr>
          <a:lstStyle/>
          <a:p>
            <a:r>
              <a:rPr lang="en-US" sz="2900">
                <a:solidFill>
                  <a:srgbClr val="F2F2F2"/>
                </a:solidFill>
              </a:rPr>
              <a:t>Future Improvements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1B4701B-39FE-43B8-86AA-D6B8789C2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9292" y="0"/>
            <a:ext cx="5664708" cy="6858000"/>
          </a:xfrm>
          <a:prstGeom prst="rect">
            <a:avLst/>
          </a:prstGeom>
          <a:solidFill>
            <a:srgbClr val="C828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ounded Rectangle 9">
            <a:extLst>
              <a:ext uri="{FF2B5EF4-FFF2-40B4-BE49-F238E27FC236}">
                <a16:creationId xmlns:a16="http://schemas.microsoft.com/office/drawing/2014/main" id="{E9A7EF13-49FA-4355-971A-34B065F35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42766" y="484632"/>
            <a:ext cx="4938073" cy="5739187"/>
          </a:xfrm>
          <a:prstGeom prst="roundRect">
            <a:avLst>
              <a:gd name="adj" fmla="val 0"/>
            </a:avLst>
          </a:prstGeom>
          <a:solidFill>
            <a:srgbClr val="C82828"/>
          </a:solidFill>
          <a:ln w="12700" cap="sq">
            <a:solidFill>
              <a:schemeClr val="bg1">
                <a:lumMod val="75000"/>
              </a:schemeClr>
            </a:solidFill>
            <a:miter lim="800000"/>
          </a:ln>
          <a:effectLst>
            <a:outerShdw blurRad="63500" dist="25400" dir="5400000" algn="tl" rotWithShape="0">
              <a:srgbClr val="000000">
                <a:alpha val="3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2CF3C3E-0F7B-4F0C-8EBD-BDD38E9C66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31836" y="0"/>
            <a:ext cx="514350" cy="1143000"/>
          </a:xfrm>
          <a:prstGeom prst="rect">
            <a:avLst/>
          </a:prstGeom>
          <a:solidFill>
            <a:srgbClr val="C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02A8DDE-0660-CCFE-2585-C5916564A1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55988131"/>
              </p:ext>
            </p:extLst>
          </p:nvPr>
        </p:nvGraphicFramePr>
        <p:xfrm>
          <a:off x="4206478" y="965200"/>
          <a:ext cx="4211240" cy="4773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4B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583" y="452718"/>
            <a:ext cx="7053542" cy="1400530"/>
          </a:xfrm>
        </p:spPr>
        <p:txBody>
          <a:bodyPr>
            <a:normAutofit/>
          </a:bodyPr>
          <a:lstStyle/>
          <a:p>
            <a:r>
              <a:rPr lang="en-US"/>
              <a:t>Conclusion</a:t>
            </a:r>
          </a:p>
        </p:txBody>
      </p:sp>
      <p:graphicFrame>
        <p:nvGraphicFramePr>
          <p:cNvPr id="29" name="Content Placeholder 2">
            <a:extLst>
              <a:ext uri="{FF2B5EF4-FFF2-40B4-BE49-F238E27FC236}">
                <a16:creationId xmlns:a16="http://schemas.microsoft.com/office/drawing/2014/main" id="{9F8F1D65-BEB0-9C67-E158-7B1C3C050F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19953591"/>
              </p:ext>
            </p:extLst>
          </p:nvPr>
        </p:nvGraphicFramePr>
        <p:xfrm>
          <a:off x="484583" y="2140085"/>
          <a:ext cx="7053264" cy="40564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4B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cribbles on a notebook">
            <a:extLst>
              <a:ext uri="{FF2B5EF4-FFF2-40B4-BE49-F238E27FC236}">
                <a16:creationId xmlns:a16="http://schemas.microsoft.com/office/drawing/2014/main" id="{4F558918-87DB-EA77-C31E-936637FEDA9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  <a:alphaModFix amt="15000"/>
          </a:blip>
          <a:srcRect l="44" r="8622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583" y="452718"/>
            <a:ext cx="7053542" cy="1400530"/>
          </a:xfrm>
        </p:spPr>
        <p:txBody>
          <a:bodyPr>
            <a:normAutofit/>
          </a:bodyPr>
          <a:lstStyle/>
          <a:p>
            <a:r>
              <a:rPr lang="en-US"/>
              <a:t>Challenges &amp; How I Overcame Them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09FE742-1A27-4AEF-B5F0-F8C383EAB1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rgbClr val="C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484" y="2052918"/>
            <a:ext cx="6709905" cy="4195481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100" dirty="0"/>
              <a:t>• Challenge: Understanding Dialogflow structure</a:t>
            </a:r>
          </a:p>
          <a:p>
            <a:pPr>
              <a:lnSpc>
                <a:spcPct val="90000"/>
              </a:lnSpc>
            </a:pPr>
            <a:r>
              <a:rPr lang="en-US" sz="1100" dirty="0"/>
              <a:t>  – Overcame by breaking intents/entities into simple steps</a:t>
            </a:r>
          </a:p>
          <a:p>
            <a:pPr>
              <a:lnSpc>
                <a:spcPct val="90000"/>
              </a:lnSpc>
            </a:pPr>
            <a:endParaRPr lang="en-US" sz="1100" dirty="0"/>
          </a:p>
          <a:p>
            <a:pPr>
              <a:lnSpc>
                <a:spcPct val="90000"/>
              </a:lnSpc>
            </a:pPr>
            <a:r>
              <a:rPr lang="en-US" sz="1100" dirty="0"/>
              <a:t>• Challenge: </a:t>
            </a:r>
            <a:r>
              <a:rPr lang="en-US" sz="1100" dirty="0" err="1"/>
              <a:t>Spoonacular</a:t>
            </a:r>
            <a:r>
              <a:rPr lang="en-US" sz="1100" dirty="0"/>
              <a:t> API errors &amp; authentication issues</a:t>
            </a:r>
          </a:p>
          <a:p>
            <a:pPr>
              <a:lnSpc>
                <a:spcPct val="90000"/>
              </a:lnSpc>
            </a:pPr>
            <a:r>
              <a:rPr lang="en-US" sz="1100" dirty="0"/>
              <a:t>  – Solved by adding fallback logic + testing with sample data</a:t>
            </a:r>
          </a:p>
          <a:p>
            <a:pPr>
              <a:lnSpc>
                <a:spcPct val="90000"/>
              </a:lnSpc>
            </a:pPr>
            <a:endParaRPr lang="en-US" sz="1100" dirty="0"/>
          </a:p>
          <a:p>
            <a:pPr>
              <a:lnSpc>
                <a:spcPct val="90000"/>
              </a:lnSpc>
            </a:pPr>
            <a:r>
              <a:rPr lang="en-US" sz="1100" dirty="0"/>
              <a:t>• Challenge: Feeling overwhelmed by technical setup</a:t>
            </a:r>
          </a:p>
          <a:p>
            <a:pPr>
              <a:lnSpc>
                <a:spcPct val="90000"/>
              </a:lnSpc>
            </a:pPr>
            <a:r>
              <a:rPr lang="en-US" sz="1100" dirty="0"/>
              <a:t>  – Managed by doing tasks in small phases + asking for guidance</a:t>
            </a:r>
          </a:p>
          <a:p>
            <a:pPr>
              <a:lnSpc>
                <a:spcPct val="90000"/>
              </a:lnSpc>
            </a:pPr>
            <a:endParaRPr lang="en-US" sz="1100" dirty="0"/>
          </a:p>
          <a:p>
            <a:pPr>
              <a:lnSpc>
                <a:spcPct val="90000"/>
              </a:lnSpc>
            </a:pPr>
            <a:r>
              <a:rPr lang="en-US" sz="1100" dirty="0"/>
              <a:t>• Challenge: Limited coding experience</a:t>
            </a:r>
          </a:p>
          <a:p>
            <a:pPr>
              <a:lnSpc>
                <a:spcPct val="90000"/>
              </a:lnSpc>
            </a:pPr>
            <a:r>
              <a:rPr lang="en-US" sz="1100" dirty="0"/>
              <a:t>  – Used low-code tools, templates, and simple Python functions</a:t>
            </a:r>
          </a:p>
          <a:p>
            <a:pPr>
              <a:lnSpc>
                <a:spcPct val="90000"/>
              </a:lnSpc>
            </a:pPr>
            <a:endParaRPr lang="en-US" sz="1100" dirty="0"/>
          </a:p>
          <a:p>
            <a:pPr>
              <a:lnSpc>
                <a:spcPct val="90000"/>
              </a:lnSpc>
            </a:pPr>
            <a:r>
              <a:rPr lang="en-US" sz="1100" dirty="0"/>
              <a:t>• Challenge: Time constraints (school, work, health)</a:t>
            </a:r>
          </a:p>
          <a:p>
            <a:pPr>
              <a:lnSpc>
                <a:spcPct val="90000"/>
              </a:lnSpc>
            </a:pPr>
            <a:r>
              <a:rPr lang="en-US" sz="1100" dirty="0"/>
              <a:t>  – Created timeline, stayed consistent, focused on deliverables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Arial-Times New Roman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1408</TotalTime>
  <Words>516</Words>
  <Application>Microsoft Office PowerPoint</Application>
  <PresentationFormat>On-screen Show (4:3)</PresentationFormat>
  <Paragraphs>99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Arial</vt:lpstr>
      <vt:lpstr>Times New Roman</vt:lpstr>
      <vt:lpstr>Wingdings 3</vt:lpstr>
      <vt:lpstr>Ion</vt:lpstr>
      <vt:lpstr>Automated Smart Diet Planner</vt:lpstr>
      <vt:lpstr>Agenda</vt:lpstr>
      <vt:lpstr>Introduction</vt:lpstr>
      <vt:lpstr>Problem Statement</vt:lpstr>
      <vt:lpstr>System Overview</vt:lpstr>
      <vt:lpstr>Dialogflow Architecture</vt:lpstr>
      <vt:lpstr>Meal Planner Logic</vt:lpstr>
      <vt:lpstr>API Integration</vt:lpstr>
      <vt:lpstr>Demo Preview</vt:lpstr>
      <vt:lpstr>UI Mockup – Chat Flow</vt:lpstr>
      <vt:lpstr>Future Improvements</vt:lpstr>
      <vt:lpstr>Conclusion</vt:lpstr>
      <vt:lpstr>Challenges &amp; How I Overcame Them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maxzine Reid</dc:creator>
  <cp:keywords/>
  <dc:description>generated using python-pptx</dc:description>
  <cp:lastModifiedBy>maxzine Reid</cp:lastModifiedBy>
  <cp:revision>2</cp:revision>
  <dcterms:created xsi:type="dcterms:W3CDTF">2013-01-27T09:14:16Z</dcterms:created>
  <dcterms:modified xsi:type="dcterms:W3CDTF">2025-11-19T19:05:50Z</dcterms:modified>
  <cp:category/>
</cp:coreProperties>
</file>